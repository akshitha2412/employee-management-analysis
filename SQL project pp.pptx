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8" r:id="rId3"/>
    <p:sldId id="261" r:id="rId4"/>
    <p:sldId id="262" r:id="rId5"/>
    <p:sldId id="263" r:id="rId6"/>
    <p:sldId id="260" r:id="rId7"/>
    <p:sldId id="264" r:id="rId8"/>
    <p:sldId id="268" r:id="rId9"/>
    <p:sldId id="269" r:id="rId10"/>
    <p:sldId id="267" r:id="rId11"/>
    <p:sldId id="270" r:id="rId12"/>
    <p:sldId id="271" r:id="rId13"/>
    <p:sldId id="272" r:id="rId14"/>
    <p:sldId id="273" r:id="rId15"/>
    <p:sldId id="274" r:id="rId16"/>
    <p:sldId id="276" r:id="rId17"/>
    <p:sldId id="277" r:id="rId18"/>
    <p:sldId id="278" r:id="rId19"/>
    <p:sldId id="280" r:id="rId20"/>
    <p:sldId id="282" r:id="rId21"/>
    <p:sldId id="284" r:id="rId22"/>
    <p:sldId id="281" r:id="rId23"/>
    <p:sldId id="283" r:id="rId24"/>
    <p:sldId id="259" r:id="rId25"/>
  </p:sldIdLst>
  <p:sldSz cx="12192000" cy="6858000"/>
  <p:notesSz cx="6858000" cy="9144000"/>
  <p:embeddedFontLst>
    <p:embeddedFont>
      <p:font typeface="Libre Baskerville" panose="02000000000000000000" pitchFamily="2"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Untitled Section" id="{6317C04A-4495-43B4-A528-CE8B7A441129}">
          <p14:sldIdLst>
            <p14:sldId id="256"/>
            <p14:sldId id="258"/>
            <p14:sldId id="261"/>
            <p14:sldId id="262"/>
            <p14:sldId id="263"/>
            <p14:sldId id="260"/>
            <p14:sldId id="264"/>
            <p14:sldId id="268"/>
            <p14:sldId id="269"/>
            <p14:sldId id="267"/>
            <p14:sldId id="270"/>
            <p14:sldId id="271"/>
            <p14:sldId id="272"/>
            <p14:sldId id="273"/>
            <p14:sldId id="274"/>
            <p14:sldId id="276"/>
            <p14:sldId id="277"/>
            <p14:sldId id="278"/>
            <p14:sldId id="280"/>
            <p14:sldId id="282"/>
            <p14:sldId id="284"/>
            <p14:sldId id="281"/>
            <p14:sldId id="283"/>
            <p14:sldId id="25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C69071-6607-4550-B972-225ED566F229}" v="62" dt="2026-02-12T10:20:24.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5" Type="http://customschemas.google.com/relationships/presentationmetadata" Target="metadata"/><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ha Manne" userId="2c249b4076541131" providerId="LiveId" clId="{D88258E9-747F-4BDF-B7F0-6FC57215C80C}"/>
    <pc:docChg chg="undo custSel addSld delSld modSld sldOrd modSection">
      <pc:chgData name="Akshitha Manne" userId="2c249b4076541131" providerId="LiveId" clId="{D88258E9-747F-4BDF-B7F0-6FC57215C80C}" dt="2026-02-13T08:32:06.132" v="1207" actId="20577"/>
      <pc:docMkLst>
        <pc:docMk/>
      </pc:docMkLst>
      <pc:sldChg chg="addSp delSp modSp mod">
        <pc:chgData name="Akshitha Manne" userId="2c249b4076541131" providerId="LiveId" clId="{D88258E9-747F-4BDF-B7F0-6FC57215C80C}" dt="2026-02-12T10:20:24.267" v="1031" actId="1076"/>
        <pc:sldMkLst>
          <pc:docMk/>
          <pc:sldMk cId="0" sldId="256"/>
        </pc:sldMkLst>
        <pc:spChg chg="add">
          <ac:chgData name="Akshitha Manne" userId="2c249b4076541131" providerId="LiveId" clId="{D88258E9-747F-4BDF-B7F0-6FC57215C80C}" dt="2026-02-12T09:47:50.734" v="827"/>
          <ac:spMkLst>
            <pc:docMk/>
            <pc:sldMk cId="0" sldId="256"/>
            <ac:spMk id="2" creationId="{FCAD3FD6-A0AF-A729-AC79-6934203BC729}"/>
          </ac:spMkLst>
        </pc:spChg>
        <pc:spChg chg="add mod">
          <ac:chgData name="Akshitha Manne" userId="2c249b4076541131" providerId="LiveId" clId="{D88258E9-747F-4BDF-B7F0-6FC57215C80C}" dt="2026-02-12T09:48:05.572" v="828"/>
          <ac:spMkLst>
            <pc:docMk/>
            <pc:sldMk cId="0" sldId="256"/>
            <ac:spMk id="4" creationId="{ACD122AB-720B-4579-D6E5-E1B04162B2B4}"/>
          </ac:spMkLst>
        </pc:spChg>
        <pc:picChg chg="add del mod">
          <ac:chgData name="Akshitha Manne" userId="2c249b4076541131" providerId="LiveId" clId="{D88258E9-747F-4BDF-B7F0-6FC57215C80C}" dt="2026-02-12T09:58:48.060" v="836" actId="21"/>
          <ac:picMkLst>
            <pc:docMk/>
            <pc:sldMk cId="0" sldId="256"/>
            <ac:picMk id="6" creationId="{89A552C5-4C65-0C08-BF4C-D36B03C6D2EF}"/>
          </ac:picMkLst>
        </pc:picChg>
        <pc:picChg chg="add mod">
          <ac:chgData name="Akshitha Manne" userId="2c249b4076541131" providerId="LiveId" clId="{D88258E9-747F-4BDF-B7F0-6FC57215C80C}" dt="2026-02-12T10:20:24.267" v="1031" actId="1076"/>
          <ac:picMkLst>
            <pc:docMk/>
            <pc:sldMk cId="0" sldId="256"/>
            <ac:picMk id="7" creationId="{10245F5A-26DA-72A0-AD9C-D44CF8C3BAC1}"/>
          </ac:picMkLst>
        </pc:picChg>
        <pc:picChg chg="add del mod">
          <ac:chgData name="Akshitha Manne" userId="2c249b4076541131" providerId="LiveId" clId="{D88258E9-747F-4BDF-B7F0-6FC57215C80C}" dt="2026-02-12T10:19:38.881" v="1021" actId="14100"/>
          <ac:picMkLst>
            <pc:docMk/>
            <pc:sldMk cId="0" sldId="256"/>
            <ac:picMk id="98" creationId="{00000000-0000-0000-0000-000000000000}"/>
          </ac:picMkLst>
        </pc:picChg>
        <pc:picChg chg="add del mod">
          <ac:chgData name="Akshitha Manne" userId="2c249b4076541131" providerId="LiveId" clId="{D88258E9-747F-4BDF-B7F0-6FC57215C80C}" dt="2026-02-12T10:19:38.881" v="1021" actId="14100"/>
          <ac:picMkLst>
            <pc:docMk/>
            <pc:sldMk cId="0" sldId="256"/>
            <ac:picMk id="1030" creationId="{B621B49A-B5EB-51B4-E5D4-CB46786DA77B}"/>
          </ac:picMkLst>
        </pc:picChg>
      </pc:sldChg>
      <pc:sldChg chg="modSp mod chgLayout">
        <pc:chgData name="Akshitha Manne" userId="2c249b4076541131" providerId="LiveId" clId="{D88258E9-747F-4BDF-B7F0-6FC57215C80C}" dt="2026-02-12T10:07:13.537" v="861" actId="27636"/>
        <pc:sldMkLst>
          <pc:docMk/>
          <pc:sldMk cId="0" sldId="258"/>
        </pc:sldMkLst>
        <pc:spChg chg="mod ord">
          <ac:chgData name="Akshitha Manne" userId="2c249b4076541131" providerId="LiveId" clId="{D88258E9-747F-4BDF-B7F0-6FC57215C80C}" dt="2026-02-12T09:14:01.429" v="600" actId="122"/>
          <ac:spMkLst>
            <pc:docMk/>
            <pc:sldMk cId="0" sldId="258"/>
            <ac:spMk id="110" creationId="{00000000-0000-0000-0000-000000000000}"/>
          </ac:spMkLst>
        </pc:spChg>
        <pc:spChg chg="mod ord">
          <ac:chgData name="Akshitha Manne" userId="2c249b4076541131" providerId="LiveId" clId="{D88258E9-747F-4BDF-B7F0-6FC57215C80C}" dt="2026-02-12T10:07:13.537" v="861" actId="27636"/>
          <ac:spMkLst>
            <pc:docMk/>
            <pc:sldMk cId="0" sldId="258"/>
            <ac:spMk id="111" creationId="{00000000-0000-0000-0000-000000000000}"/>
          </ac:spMkLst>
        </pc:spChg>
      </pc:sldChg>
      <pc:sldChg chg="addSp delSp modSp new mod modClrScheme chgLayout">
        <pc:chgData name="Akshitha Manne" userId="2c249b4076541131" providerId="LiveId" clId="{D88258E9-747F-4BDF-B7F0-6FC57215C80C}" dt="2026-02-12T09:14:54.908" v="677" actId="122"/>
        <pc:sldMkLst>
          <pc:docMk/>
          <pc:sldMk cId="3052123506" sldId="260"/>
        </pc:sldMkLst>
        <pc:spChg chg="add mod ord">
          <ac:chgData name="Akshitha Manne" userId="2c249b4076541131" providerId="LiveId" clId="{D88258E9-747F-4BDF-B7F0-6FC57215C80C}" dt="2026-02-12T09:14:54.908" v="677" actId="122"/>
          <ac:spMkLst>
            <pc:docMk/>
            <pc:sldMk cId="3052123506" sldId="260"/>
            <ac:spMk id="2" creationId="{FC855A58-829C-FDC7-3DED-02511FBBA63B}"/>
          </ac:spMkLst>
        </pc:spChg>
        <pc:picChg chg="add mod">
          <ac:chgData name="Akshitha Manne" userId="2c249b4076541131" providerId="LiveId" clId="{D88258E9-747F-4BDF-B7F0-6FC57215C80C}" dt="2026-02-12T09:14:41.835" v="663" actId="14100"/>
          <ac:picMkLst>
            <pc:docMk/>
            <pc:sldMk cId="3052123506" sldId="260"/>
            <ac:picMk id="5" creationId="{36A97E2B-6C98-F7DC-5D2D-651E02E9A75E}"/>
          </ac:picMkLst>
        </pc:picChg>
      </pc:sldChg>
      <pc:sldChg chg="modSp new mod">
        <pc:chgData name="Akshitha Manne" userId="2c249b4076541131" providerId="LiveId" clId="{D88258E9-747F-4BDF-B7F0-6FC57215C80C}" dt="2026-02-13T06:47:02.185" v="1197" actId="20577"/>
        <pc:sldMkLst>
          <pc:docMk/>
          <pc:sldMk cId="4144277012" sldId="261"/>
        </pc:sldMkLst>
        <pc:spChg chg="mod">
          <ac:chgData name="Akshitha Manne" userId="2c249b4076541131" providerId="LiveId" clId="{D88258E9-747F-4BDF-B7F0-6FC57215C80C}" dt="2026-02-12T08:25:21.101" v="44" actId="122"/>
          <ac:spMkLst>
            <pc:docMk/>
            <pc:sldMk cId="4144277012" sldId="261"/>
            <ac:spMk id="2" creationId="{53338FD4-D022-9549-5C20-B7EE0703157E}"/>
          </ac:spMkLst>
        </pc:spChg>
        <pc:spChg chg="mod">
          <ac:chgData name="Akshitha Manne" userId="2c249b4076541131" providerId="LiveId" clId="{D88258E9-747F-4BDF-B7F0-6FC57215C80C}" dt="2026-02-13T06:47:02.185" v="1197" actId="20577"/>
          <ac:spMkLst>
            <pc:docMk/>
            <pc:sldMk cId="4144277012" sldId="261"/>
            <ac:spMk id="3" creationId="{FC810340-D1D5-B4A1-E166-E3FA8BC38F39}"/>
          </ac:spMkLst>
        </pc:spChg>
      </pc:sldChg>
      <pc:sldChg chg="modSp new mod">
        <pc:chgData name="Akshitha Manne" userId="2c249b4076541131" providerId="LiveId" clId="{D88258E9-747F-4BDF-B7F0-6FC57215C80C}" dt="2026-02-13T05:42:37.598" v="1129" actId="20577"/>
        <pc:sldMkLst>
          <pc:docMk/>
          <pc:sldMk cId="2559225632" sldId="262"/>
        </pc:sldMkLst>
        <pc:spChg chg="mod">
          <ac:chgData name="Akshitha Manne" userId="2c249b4076541131" providerId="LiveId" clId="{D88258E9-747F-4BDF-B7F0-6FC57215C80C}" dt="2026-02-12T08:40:08.348" v="109" actId="207"/>
          <ac:spMkLst>
            <pc:docMk/>
            <pc:sldMk cId="2559225632" sldId="262"/>
            <ac:spMk id="2" creationId="{4D382B30-03DE-4BFE-E8EB-CF1D28126ABA}"/>
          </ac:spMkLst>
        </pc:spChg>
        <pc:spChg chg="mod">
          <ac:chgData name="Akshitha Manne" userId="2c249b4076541131" providerId="LiveId" clId="{D88258E9-747F-4BDF-B7F0-6FC57215C80C}" dt="2026-02-13T05:42:37.598" v="1129" actId="20577"/>
          <ac:spMkLst>
            <pc:docMk/>
            <pc:sldMk cId="2559225632" sldId="262"/>
            <ac:spMk id="3" creationId="{60E1620B-35B7-0036-0E4A-49C308C55081}"/>
          </ac:spMkLst>
        </pc:spChg>
      </pc:sldChg>
      <pc:sldChg chg="modSp new mod">
        <pc:chgData name="Akshitha Manne" userId="2c249b4076541131" providerId="LiveId" clId="{D88258E9-747F-4BDF-B7F0-6FC57215C80C}" dt="2026-02-12T10:11:32.939" v="893" actId="5793"/>
        <pc:sldMkLst>
          <pc:docMk/>
          <pc:sldMk cId="3866790189" sldId="263"/>
        </pc:sldMkLst>
        <pc:spChg chg="mod">
          <ac:chgData name="Akshitha Manne" userId="2c249b4076541131" providerId="LiveId" clId="{D88258E9-747F-4BDF-B7F0-6FC57215C80C}" dt="2026-02-12T10:03:38.384" v="845" actId="20577"/>
          <ac:spMkLst>
            <pc:docMk/>
            <pc:sldMk cId="3866790189" sldId="263"/>
            <ac:spMk id="2" creationId="{75AD700D-4718-2A85-C2BD-10D05BAFAC09}"/>
          </ac:spMkLst>
        </pc:spChg>
        <pc:spChg chg="mod">
          <ac:chgData name="Akshitha Manne" userId="2c249b4076541131" providerId="LiveId" clId="{D88258E9-747F-4BDF-B7F0-6FC57215C80C}" dt="2026-02-12T10:11:32.939" v="893" actId="5793"/>
          <ac:spMkLst>
            <pc:docMk/>
            <pc:sldMk cId="3866790189" sldId="263"/>
            <ac:spMk id="3" creationId="{DA55364C-14F0-DDF7-951B-55A656A88898}"/>
          </ac:spMkLst>
        </pc:spChg>
      </pc:sldChg>
      <pc:sldChg chg="addSp delSp modSp new mod modClrScheme chgLayout">
        <pc:chgData name="Akshitha Manne" userId="2c249b4076541131" providerId="LiveId" clId="{D88258E9-747F-4BDF-B7F0-6FC57215C80C}" dt="2026-02-12T08:47:18.549" v="476" actId="207"/>
        <pc:sldMkLst>
          <pc:docMk/>
          <pc:sldMk cId="578742798" sldId="264"/>
        </pc:sldMkLst>
        <pc:spChg chg="add del mod ord">
          <ac:chgData name="Akshitha Manne" userId="2c249b4076541131" providerId="LiveId" clId="{D88258E9-747F-4BDF-B7F0-6FC57215C80C}" dt="2026-02-12T08:45:42.395" v="142" actId="700"/>
          <ac:spMkLst>
            <pc:docMk/>
            <pc:sldMk cId="578742798" sldId="264"/>
            <ac:spMk id="2" creationId="{7F9EA60C-AEED-958A-206D-6056572B7B00}"/>
          </ac:spMkLst>
        </pc:spChg>
        <pc:spChg chg="add mod ord">
          <ac:chgData name="Akshitha Manne" userId="2c249b4076541131" providerId="LiveId" clId="{D88258E9-747F-4BDF-B7F0-6FC57215C80C}" dt="2026-02-12T08:47:18.549" v="476" actId="207"/>
          <ac:spMkLst>
            <pc:docMk/>
            <pc:sldMk cId="578742798" sldId="264"/>
            <ac:spMk id="3" creationId="{6E9E2FD4-C34E-622F-151E-4F49EB64127A}"/>
          </ac:spMkLst>
        </pc:spChg>
        <pc:spChg chg="add mod ord">
          <ac:chgData name="Akshitha Manne" userId="2c249b4076541131" providerId="LiveId" clId="{D88258E9-747F-4BDF-B7F0-6FC57215C80C}" dt="2026-02-12T08:46:53.133" v="450" actId="20577"/>
          <ac:spMkLst>
            <pc:docMk/>
            <pc:sldMk cId="578742798" sldId="264"/>
            <ac:spMk id="4" creationId="{DACDAF49-8F8B-C4F2-41E6-166B19EDA89A}"/>
          </ac:spMkLst>
        </pc:spChg>
      </pc:sldChg>
      <pc:sldChg chg="new del">
        <pc:chgData name="Akshitha Manne" userId="2c249b4076541131" providerId="LiveId" clId="{D88258E9-747F-4BDF-B7F0-6FC57215C80C}" dt="2026-02-12T08:41:52.814" v="139" actId="2696"/>
        <pc:sldMkLst>
          <pc:docMk/>
          <pc:sldMk cId="4117516278" sldId="264"/>
        </pc:sldMkLst>
      </pc:sldChg>
      <pc:sldChg chg="new del">
        <pc:chgData name="Akshitha Manne" userId="2c249b4076541131" providerId="LiveId" clId="{D88258E9-747F-4BDF-B7F0-6FC57215C80C}" dt="2026-02-12T08:54:34.629" v="535" actId="2696"/>
        <pc:sldMkLst>
          <pc:docMk/>
          <pc:sldMk cId="1866790950" sldId="265"/>
        </pc:sldMkLst>
      </pc:sldChg>
      <pc:sldChg chg="addSp delSp modSp new del mod modClrScheme chgLayout">
        <pc:chgData name="Akshitha Manne" userId="2c249b4076541131" providerId="LiveId" clId="{D88258E9-747F-4BDF-B7F0-6FC57215C80C}" dt="2026-02-13T05:59:16.858" v="1135" actId="2696"/>
        <pc:sldMkLst>
          <pc:docMk/>
          <pc:sldMk cId="1049451414" sldId="266"/>
        </pc:sldMkLst>
        <pc:spChg chg="del">
          <ac:chgData name="Akshitha Manne" userId="2c249b4076541131" providerId="LiveId" clId="{D88258E9-747F-4BDF-B7F0-6FC57215C80C}" dt="2026-02-12T09:21:00.713" v="762" actId="700"/>
          <ac:spMkLst>
            <pc:docMk/>
            <pc:sldMk cId="1049451414" sldId="266"/>
            <ac:spMk id="2" creationId="{5BF420E7-A322-D41B-3175-5999367CAA2A}"/>
          </ac:spMkLst>
        </pc:spChg>
        <pc:spChg chg="mod ord">
          <ac:chgData name="Akshitha Manne" userId="2c249b4076541131" providerId="LiveId" clId="{D88258E9-747F-4BDF-B7F0-6FC57215C80C}" dt="2026-02-12T09:21:35.738" v="780" actId="12"/>
          <ac:spMkLst>
            <pc:docMk/>
            <pc:sldMk cId="1049451414" sldId="266"/>
            <ac:spMk id="3" creationId="{817067BC-2E61-DD4E-57A7-C841B8B752BE}"/>
          </ac:spMkLst>
        </pc:spChg>
        <pc:picChg chg="add mod">
          <ac:chgData name="Akshitha Manne" userId="2c249b4076541131" providerId="LiveId" clId="{D88258E9-747F-4BDF-B7F0-6FC57215C80C}" dt="2026-02-12T09:21:24.594" v="778" actId="1076"/>
          <ac:picMkLst>
            <pc:docMk/>
            <pc:sldMk cId="1049451414" sldId="266"/>
            <ac:picMk id="5" creationId="{CC5E5CCC-EA08-2D4D-7361-C8B3965CB6EA}"/>
          </ac:picMkLst>
        </pc:picChg>
      </pc:sldChg>
      <pc:sldChg chg="addSp modSp new mod">
        <pc:chgData name="Akshitha Manne" userId="2c249b4076541131" providerId="LiveId" clId="{D88258E9-747F-4BDF-B7F0-6FC57215C80C}" dt="2026-02-13T05:52:26.395" v="1134" actId="20577"/>
        <pc:sldMkLst>
          <pc:docMk/>
          <pc:sldMk cId="1375200151" sldId="267"/>
        </pc:sldMkLst>
        <pc:spChg chg="mod">
          <ac:chgData name="Akshitha Manne" userId="2c249b4076541131" providerId="LiveId" clId="{D88258E9-747F-4BDF-B7F0-6FC57215C80C}" dt="2026-02-12T10:17:17.871" v="991" actId="122"/>
          <ac:spMkLst>
            <pc:docMk/>
            <pc:sldMk cId="1375200151" sldId="267"/>
            <ac:spMk id="2" creationId="{51CFDF7F-77FF-A8FF-589A-9543FB168C75}"/>
          </ac:spMkLst>
        </pc:spChg>
        <pc:spChg chg="mod">
          <ac:chgData name="Akshitha Manne" userId="2c249b4076541131" providerId="LiveId" clId="{D88258E9-747F-4BDF-B7F0-6FC57215C80C}" dt="2026-02-13T05:52:26.395" v="1134" actId="20577"/>
          <ac:spMkLst>
            <pc:docMk/>
            <pc:sldMk cId="1375200151" sldId="267"/>
            <ac:spMk id="3" creationId="{A5349733-8FEC-F31E-DC86-A5CB93B9BE49}"/>
          </ac:spMkLst>
        </pc:spChg>
        <pc:picChg chg="add mod">
          <ac:chgData name="Akshitha Manne" userId="2c249b4076541131" providerId="LiveId" clId="{D88258E9-747F-4BDF-B7F0-6FC57215C80C}" dt="2026-02-12T09:03:36.586" v="550" actId="1076"/>
          <ac:picMkLst>
            <pc:docMk/>
            <pc:sldMk cId="1375200151" sldId="267"/>
            <ac:picMk id="5" creationId="{620A3FF3-D6D5-5184-E5D7-A8B37A529C57}"/>
          </ac:picMkLst>
        </pc:picChg>
      </pc:sldChg>
      <pc:sldChg chg="addSp delSp modSp new mod chgLayout">
        <pc:chgData name="Akshitha Manne" userId="2c249b4076541131" providerId="LiveId" clId="{D88258E9-747F-4BDF-B7F0-6FC57215C80C}" dt="2026-02-12T10:17:09.762" v="988" actId="122"/>
        <pc:sldMkLst>
          <pc:docMk/>
          <pc:sldMk cId="166944952" sldId="268"/>
        </pc:sldMkLst>
        <pc:spChg chg="mod ord">
          <ac:chgData name="Akshitha Manne" userId="2c249b4076541131" providerId="LiveId" clId="{D88258E9-747F-4BDF-B7F0-6FC57215C80C}" dt="2026-02-12T10:17:09.762" v="988" actId="122"/>
          <ac:spMkLst>
            <pc:docMk/>
            <pc:sldMk cId="166944952" sldId="268"/>
            <ac:spMk id="2" creationId="{DC75C1E7-AFE3-FDCE-81F6-EB39F8C004C7}"/>
          </ac:spMkLst>
        </pc:spChg>
        <pc:spChg chg="mod ord">
          <ac:chgData name="Akshitha Manne" userId="2c249b4076541131" providerId="LiveId" clId="{D88258E9-747F-4BDF-B7F0-6FC57215C80C}" dt="2026-02-12T08:54:25.724" v="533" actId="20577"/>
          <ac:spMkLst>
            <pc:docMk/>
            <pc:sldMk cId="166944952" sldId="268"/>
            <ac:spMk id="3" creationId="{3C82A0D2-B981-06D3-A1AF-1E43F638AE0D}"/>
          </ac:spMkLst>
        </pc:spChg>
        <pc:picChg chg="add del mod">
          <ac:chgData name="Akshitha Manne" userId="2c249b4076541131" providerId="LiveId" clId="{D88258E9-747F-4BDF-B7F0-6FC57215C80C}" dt="2026-02-12T08:53:59.020" v="518" actId="21"/>
          <ac:picMkLst>
            <pc:docMk/>
            <pc:sldMk cId="166944952" sldId="268"/>
            <ac:picMk id="5" creationId="{39FAA39E-8070-BBDB-D031-49FF2A21E336}"/>
          </ac:picMkLst>
        </pc:picChg>
        <pc:picChg chg="add mod">
          <ac:chgData name="Akshitha Manne" userId="2c249b4076541131" providerId="LiveId" clId="{D88258E9-747F-4BDF-B7F0-6FC57215C80C}" dt="2026-02-12T08:54:28.716" v="534" actId="1076"/>
          <ac:picMkLst>
            <pc:docMk/>
            <pc:sldMk cId="166944952" sldId="268"/>
            <ac:picMk id="7" creationId="{4D7A8B80-7AB7-70AE-6437-556C934F2DF8}"/>
          </ac:picMkLst>
        </pc:picChg>
        <pc:picChg chg="add mod">
          <ac:chgData name="Akshitha Manne" userId="2c249b4076541131" providerId="LiveId" clId="{D88258E9-747F-4BDF-B7F0-6FC57215C80C}" dt="2026-02-12T08:54:02.197" v="520" actId="1076"/>
          <ac:picMkLst>
            <pc:docMk/>
            <pc:sldMk cId="166944952" sldId="268"/>
            <ac:picMk id="8" creationId="{39FAA39E-8070-BBDB-D031-49FF2A21E336}"/>
          </ac:picMkLst>
        </pc:picChg>
      </pc:sldChg>
      <pc:sldChg chg="addSp delSp modSp new mod modClrScheme chgLayout">
        <pc:chgData name="Akshitha Manne" userId="2c249b4076541131" providerId="LiveId" clId="{D88258E9-747F-4BDF-B7F0-6FC57215C80C}" dt="2026-02-12T09:21:13.771" v="776" actId="14100"/>
        <pc:sldMkLst>
          <pc:docMk/>
          <pc:sldMk cId="1987522422" sldId="269"/>
        </pc:sldMkLst>
        <pc:spChg chg="del">
          <ac:chgData name="Akshitha Manne" userId="2c249b4076541131" providerId="LiveId" clId="{D88258E9-747F-4BDF-B7F0-6FC57215C80C}" dt="2026-02-12T09:21:06.398" v="763" actId="700"/>
          <ac:spMkLst>
            <pc:docMk/>
            <pc:sldMk cId="1987522422" sldId="269"/>
            <ac:spMk id="2" creationId="{75A21807-1859-9443-4FA9-7BB4980B5CC8}"/>
          </ac:spMkLst>
        </pc:spChg>
        <pc:spChg chg="mod ord">
          <ac:chgData name="Akshitha Manne" userId="2c249b4076541131" providerId="LiveId" clId="{D88258E9-747F-4BDF-B7F0-6FC57215C80C}" dt="2026-02-12T09:21:13.771" v="776" actId="14100"/>
          <ac:spMkLst>
            <pc:docMk/>
            <pc:sldMk cId="1987522422" sldId="269"/>
            <ac:spMk id="3" creationId="{1F55BBB7-D8ED-5FC4-2001-B0C57188F0C0}"/>
          </ac:spMkLst>
        </pc:spChg>
        <pc:picChg chg="add mod">
          <ac:chgData name="Akshitha Manne" userId="2c249b4076541131" providerId="LiveId" clId="{D88258E9-747F-4BDF-B7F0-6FC57215C80C}" dt="2026-02-12T09:00:55.219" v="543" actId="1076"/>
          <ac:picMkLst>
            <pc:docMk/>
            <pc:sldMk cId="1987522422" sldId="269"/>
            <ac:picMk id="5" creationId="{6BFE3007-DAC5-F95F-FD09-B73BC33DA502}"/>
          </ac:picMkLst>
        </pc:picChg>
      </pc:sldChg>
      <pc:sldChg chg="addSp delSp modSp new mod modClrScheme chgLayout">
        <pc:chgData name="Akshitha Manne" userId="2c249b4076541131" providerId="LiveId" clId="{D88258E9-747F-4BDF-B7F0-6FC57215C80C}" dt="2026-02-12T09:34:45.467" v="782" actId="14100"/>
        <pc:sldMkLst>
          <pc:docMk/>
          <pc:sldMk cId="311477566" sldId="270"/>
        </pc:sldMkLst>
        <pc:spChg chg="del">
          <ac:chgData name="Akshitha Manne" userId="2c249b4076541131" providerId="LiveId" clId="{D88258E9-747F-4BDF-B7F0-6FC57215C80C}" dt="2026-02-12T09:34:40.677" v="781" actId="700"/>
          <ac:spMkLst>
            <pc:docMk/>
            <pc:sldMk cId="311477566" sldId="270"/>
            <ac:spMk id="2" creationId="{0579EF8C-FCE7-1A39-CD0B-B21F99B10CA7}"/>
          </ac:spMkLst>
        </pc:spChg>
        <pc:spChg chg="mod ord">
          <ac:chgData name="Akshitha Manne" userId="2c249b4076541131" providerId="LiveId" clId="{D88258E9-747F-4BDF-B7F0-6FC57215C80C}" dt="2026-02-12T09:34:45.467" v="782" actId="14100"/>
          <ac:spMkLst>
            <pc:docMk/>
            <pc:sldMk cId="311477566" sldId="270"/>
            <ac:spMk id="3" creationId="{0420AC68-7880-0C1A-6176-146DDF572082}"/>
          </ac:spMkLst>
        </pc:spChg>
        <pc:picChg chg="add mod">
          <ac:chgData name="Akshitha Manne" userId="2c249b4076541131" providerId="LiveId" clId="{D88258E9-747F-4BDF-B7F0-6FC57215C80C}" dt="2026-02-12T09:04:09.996" v="552" actId="1076"/>
          <ac:picMkLst>
            <pc:docMk/>
            <pc:sldMk cId="311477566" sldId="270"/>
            <ac:picMk id="5" creationId="{EBF7E3A4-C59D-648A-DC52-FC38365F0CF6}"/>
          </ac:picMkLst>
        </pc:picChg>
      </pc:sldChg>
      <pc:sldChg chg="addSp modSp new mod">
        <pc:chgData name="Akshitha Manne" userId="2c249b4076541131" providerId="LiveId" clId="{D88258E9-747F-4BDF-B7F0-6FC57215C80C}" dt="2026-02-12T10:17:26.825" v="994" actId="122"/>
        <pc:sldMkLst>
          <pc:docMk/>
          <pc:sldMk cId="3452353799" sldId="271"/>
        </pc:sldMkLst>
        <pc:spChg chg="mod">
          <ac:chgData name="Akshitha Manne" userId="2c249b4076541131" providerId="LiveId" clId="{D88258E9-747F-4BDF-B7F0-6FC57215C80C}" dt="2026-02-12T10:17:26.825" v="994" actId="122"/>
          <ac:spMkLst>
            <pc:docMk/>
            <pc:sldMk cId="3452353799" sldId="271"/>
            <ac:spMk id="2" creationId="{C1B7EBE5-5E31-64BE-685D-EC86CC3A8CDF}"/>
          </ac:spMkLst>
        </pc:spChg>
        <pc:spChg chg="mod">
          <ac:chgData name="Akshitha Manne" userId="2c249b4076541131" providerId="LiveId" clId="{D88258E9-747F-4BDF-B7F0-6FC57215C80C}" dt="2026-02-12T09:05:55.137" v="558"/>
          <ac:spMkLst>
            <pc:docMk/>
            <pc:sldMk cId="3452353799" sldId="271"/>
            <ac:spMk id="3" creationId="{F59C8ED2-ACD0-E8B8-3CF5-95E7EA1C1B2A}"/>
          </ac:spMkLst>
        </pc:spChg>
        <pc:picChg chg="add mod">
          <ac:chgData name="Akshitha Manne" userId="2c249b4076541131" providerId="LiveId" clId="{D88258E9-747F-4BDF-B7F0-6FC57215C80C}" dt="2026-02-12T09:05:46.703" v="557" actId="1076"/>
          <ac:picMkLst>
            <pc:docMk/>
            <pc:sldMk cId="3452353799" sldId="271"/>
            <ac:picMk id="5" creationId="{899DBE93-10F3-B0B2-A5FA-985754D1D620}"/>
          </ac:picMkLst>
        </pc:picChg>
      </pc:sldChg>
      <pc:sldChg chg="addSp delSp modSp new mod modClrScheme chgLayout">
        <pc:chgData name="Akshitha Manne" userId="2c249b4076541131" providerId="LiveId" clId="{D88258E9-747F-4BDF-B7F0-6FC57215C80C}" dt="2026-02-12T09:35:00.673" v="784" actId="14100"/>
        <pc:sldMkLst>
          <pc:docMk/>
          <pc:sldMk cId="4196884287" sldId="272"/>
        </pc:sldMkLst>
        <pc:spChg chg="del">
          <ac:chgData name="Akshitha Manne" userId="2c249b4076541131" providerId="LiveId" clId="{D88258E9-747F-4BDF-B7F0-6FC57215C80C}" dt="2026-02-12T09:34:56.181" v="783" actId="700"/>
          <ac:spMkLst>
            <pc:docMk/>
            <pc:sldMk cId="4196884287" sldId="272"/>
            <ac:spMk id="2" creationId="{8EDEC0FE-0E50-8A22-4342-87850636CAB6}"/>
          </ac:spMkLst>
        </pc:spChg>
        <pc:spChg chg="mod ord">
          <ac:chgData name="Akshitha Manne" userId="2c249b4076541131" providerId="LiveId" clId="{D88258E9-747F-4BDF-B7F0-6FC57215C80C}" dt="2026-02-12T09:35:00.673" v="784" actId="14100"/>
          <ac:spMkLst>
            <pc:docMk/>
            <pc:sldMk cId="4196884287" sldId="272"/>
            <ac:spMk id="3" creationId="{E469C92F-090F-B2DF-077C-B36E01EDEC1C}"/>
          </ac:spMkLst>
        </pc:spChg>
        <pc:picChg chg="add mod">
          <ac:chgData name="Akshitha Manne" userId="2c249b4076541131" providerId="LiveId" clId="{D88258E9-747F-4BDF-B7F0-6FC57215C80C}" dt="2026-02-12T09:08:07.955" v="563" actId="1076"/>
          <ac:picMkLst>
            <pc:docMk/>
            <pc:sldMk cId="4196884287" sldId="272"/>
            <ac:picMk id="5" creationId="{EF9B8CB3-1740-C004-3645-AF2642634A74}"/>
          </ac:picMkLst>
        </pc:picChg>
      </pc:sldChg>
      <pc:sldChg chg="addSp delSp modSp new mod modClrScheme chgLayout">
        <pc:chgData name="Akshitha Manne" userId="2c249b4076541131" providerId="LiveId" clId="{D88258E9-747F-4BDF-B7F0-6FC57215C80C}" dt="2026-02-13T06:52:34.184" v="1200" actId="478"/>
        <pc:sldMkLst>
          <pc:docMk/>
          <pc:sldMk cId="3863805354" sldId="273"/>
        </pc:sldMkLst>
        <pc:spChg chg="del">
          <ac:chgData name="Akshitha Manne" userId="2c249b4076541131" providerId="LiveId" clId="{D88258E9-747F-4BDF-B7F0-6FC57215C80C}" dt="2026-02-12T09:35:07.251" v="785" actId="700"/>
          <ac:spMkLst>
            <pc:docMk/>
            <pc:sldMk cId="3863805354" sldId="273"/>
            <ac:spMk id="2" creationId="{1A38070B-0A7F-ED62-05B1-3810D3BB4CC2}"/>
          </ac:spMkLst>
        </pc:spChg>
        <pc:spChg chg="mod ord">
          <ac:chgData name="Akshitha Manne" userId="2c249b4076541131" providerId="LiveId" clId="{D88258E9-747F-4BDF-B7F0-6FC57215C80C}" dt="2026-02-12T09:35:16.074" v="788" actId="14100"/>
          <ac:spMkLst>
            <pc:docMk/>
            <pc:sldMk cId="3863805354" sldId="273"/>
            <ac:spMk id="3" creationId="{548B65AB-E584-B83D-586D-C999BD50D8F1}"/>
          </ac:spMkLst>
        </pc:spChg>
        <pc:picChg chg="add del mod">
          <ac:chgData name="Akshitha Manne" userId="2c249b4076541131" providerId="LiveId" clId="{D88258E9-747F-4BDF-B7F0-6FC57215C80C}" dt="2026-02-13T06:52:34.184" v="1200" actId="478"/>
          <ac:picMkLst>
            <pc:docMk/>
            <pc:sldMk cId="3863805354" sldId="273"/>
            <ac:picMk id="4" creationId="{074D14F9-F655-2C77-B9A8-C59809381D95}"/>
          </ac:picMkLst>
        </pc:picChg>
        <pc:picChg chg="add mod">
          <ac:chgData name="Akshitha Manne" userId="2c249b4076541131" providerId="LiveId" clId="{D88258E9-747F-4BDF-B7F0-6FC57215C80C}" dt="2026-02-12T09:09:07.509" v="568" actId="1076"/>
          <ac:picMkLst>
            <pc:docMk/>
            <pc:sldMk cId="3863805354" sldId="273"/>
            <ac:picMk id="5" creationId="{E002362E-784B-F8E6-5781-260304F37C0B}"/>
          </ac:picMkLst>
        </pc:picChg>
      </pc:sldChg>
      <pc:sldChg chg="addSp modSp new mod">
        <pc:chgData name="Akshitha Manne" userId="2c249b4076541131" providerId="LiveId" clId="{D88258E9-747F-4BDF-B7F0-6FC57215C80C}" dt="2026-02-12T10:17:34.667" v="997" actId="122"/>
        <pc:sldMkLst>
          <pc:docMk/>
          <pc:sldMk cId="2801028134" sldId="274"/>
        </pc:sldMkLst>
        <pc:spChg chg="mod">
          <ac:chgData name="Akshitha Manne" userId="2c249b4076541131" providerId="LiveId" clId="{D88258E9-747F-4BDF-B7F0-6FC57215C80C}" dt="2026-02-12T10:17:34.667" v="997" actId="122"/>
          <ac:spMkLst>
            <pc:docMk/>
            <pc:sldMk cId="2801028134" sldId="274"/>
            <ac:spMk id="2" creationId="{DC07EE5C-4588-98A5-4414-5538A9852A49}"/>
          </ac:spMkLst>
        </pc:spChg>
        <pc:spChg chg="mod">
          <ac:chgData name="Akshitha Manne" userId="2c249b4076541131" providerId="LiveId" clId="{D88258E9-747F-4BDF-B7F0-6FC57215C80C}" dt="2026-02-12T09:10:04.067" v="573"/>
          <ac:spMkLst>
            <pc:docMk/>
            <pc:sldMk cId="2801028134" sldId="274"/>
            <ac:spMk id="3" creationId="{81BE7D62-785C-E4F1-5397-EB45CC766A2B}"/>
          </ac:spMkLst>
        </pc:spChg>
        <pc:picChg chg="add mod">
          <ac:chgData name="Akshitha Manne" userId="2c249b4076541131" providerId="LiveId" clId="{D88258E9-747F-4BDF-B7F0-6FC57215C80C}" dt="2026-02-12T09:10:08.200" v="575" actId="14100"/>
          <ac:picMkLst>
            <pc:docMk/>
            <pc:sldMk cId="2801028134" sldId="274"/>
            <ac:picMk id="5" creationId="{58399BCF-EFCE-AD5E-F58B-AA6FA591529C}"/>
          </ac:picMkLst>
        </pc:picChg>
      </pc:sldChg>
      <pc:sldChg chg="new del">
        <pc:chgData name="Akshitha Manne" userId="2c249b4076541131" providerId="LiveId" clId="{D88258E9-747F-4BDF-B7F0-6FC57215C80C}" dt="2026-02-12T09:11:12.784" v="581" actId="2696"/>
        <pc:sldMkLst>
          <pc:docMk/>
          <pc:sldMk cId="790875563" sldId="275"/>
        </pc:sldMkLst>
      </pc:sldChg>
      <pc:sldChg chg="addSp delSp modSp new mod modClrScheme chgLayout">
        <pc:chgData name="Akshitha Manne" userId="2c249b4076541131" providerId="LiveId" clId="{D88258E9-747F-4BDF-B7F0-6FC57215C80C}" dt="2026-02-12T09:35:28.063" v="790" actId="14100"/>
        <pc:sldMkLst>
          <pc:docMk/>
          <pc:sldMk cId="654605220" sldId="276"/>
        </pc:sldMkLst>
        <pc:spChg chg="del">
          <ac:chgData name="Akshitha Manne" userId="2c249b4076541131" providerId="LiveId" clId="{D88258E9-747F-4BDF-B7F0-6FC57215C80C}" dt="2026-02-12T09:35:25.067" v="789" actId="700"/>
          <ac:spMkLst>
            <pc:docMk/>
            <pc:sldMk cId="654605220" sldId="276"/>
            <ac:spMk id="2" creationId="{4048A891-A8F5-AD6B-DE6A-09FBEF42E9B5}"/>
          </ac:spMkLst>
        </pc:spChg>
        <pc:spChg chg="mod ord">
          <ac:chgData name="Akshitha Manne" userId="2c249b4076541131" providerId="LiveId" clId="{D88258E9-747F-4BDF-B7F0-6FC57215C80C}" dt="2026-02-12T09:35:28.063" v="790" actId="14100"/>
          <ac:spMkLst>
            <pc:docMk/>
            <pc:sldMk cId="654605220" sldId="276"/>
            <ac:spMk id="3" creationId="{BD3A5F8D-BF90-2BC0-1C7A-CC8F9BB41B2F}"/>
          </ac:spMkLst>
        </pc:spChg>
        <pc:picChg chg="add mod">
          <ac:chgData name="Akshitha Manne" userId="2c249b4076541131" providerId="LiveId" clId="{D88258E9-747F-4BDF-B7F0-6FC57215C80C}" dt="2026-02-12T09:10:51.742" v="579" actId="1076"/>
          <ac:picMkLst>
            <pc:docMk/>
            <pc:sldMk cId="654605220" sldId="276"/>
            <ac:picMk id="5" creationId="{853901CB-0841-1EA7-6D09-93F07DD27112}"/>
          </ac:picMkLst>
        </pc:picChg>
      </pc:sldChg>
      <pc:sldChg chg="addSp modSp new mod">
        <pc:chgData name="Akshitha Manne" userId="2c249b4076541131" providerId="LiveId" clId="{D88258E9-747F-4BDF-B7F0-6FC57215C80C}" dt="2026-02-12T10:17:42.722" v="1000" actId="122"/>
        <pc:sldMkLst>
          <pc:docMk/>
          <pc:sldMk cId="51215138" sldId="277"/>
        </pc:sldMkLst>
        <pc:spChg chg="mod">
          <ac:chgData name="Akshitha Manne" userId="2c249b4076541131" providerId="LiveId" clId="{D88258E9-747F-4BDF-B7F0-6FC57215C80C}" dt="2026-02-12T10:17:42.722" v="1000" actId="122"/>
          <ac:spMkLst>
            <pc:docMk/>
            <pc:sldMk cId="51215138" sldId="277"/>
            <ac:spMk id="2" creationId="{9C9630D7-6D88-C3EF-F0A7-F0F2FDE00CD0}"/>
          </ac:spMkLst>
        </pc:spChg>
        <pc:spChg chg="mod">
          <ac:chgData name="Akshitha Manne" userId="2c249b4076541131" providerId="LiveId" clId="{D88258E9-747F-4BDF-B7F0-6FC57215C80C}" dt="2026-02-12T09:12:00.553" v="586"/>
          <ac:spMkLst>
            <pc:docMk/>
            <pc:sldMk cId="51215138" sldId="277"/>
            <ac:spMk id="3" creationId="{934EBD08-064F-D028-DA61-E25AEEE194EF}"/>
          </ac:spMkLst>
        </pc:spChg>
        <pc:picChg chg="add mod">
          <ac:chgData name="Akshitha Manne" userId="2c249b4076541131" providerId="LiveId" clId="{D88258E9-747F-4BDF-B7F0-6FC57215C80C}" dt="2026-02-12T09:11:49.422" v="585" actId="1076"/>
          <ac:picMkLst>
            <pc:docMk/>
            <pc:sldMk cId="51215138" sldId="277"/>
            <ac:picMk id="5" creationId="{CA7078FB-BC72-4A7E-E1BF-A8830546AB7E}"/>
          </ac:picMkLst>
        </pc:picChg>
      </pc:sldChg>
      <pc:sldChg chg="addSp delSp modSp new mod modClrScheme chgLayout">
        <pc:chgData name="Akshitha Manne" userId="2c249b4076541131" providerId="LiveId" clId="{D88258E9-747F-4BDF-B7F0-6FC57215C80C}" dt="2026-02-12T09:35:37.143" v="792" actId="14100"/>
        <pc:sldMkLst>
          <pc:docMk/>
          <pc:sldMk cId="3652839595" sldId="278"/>
        </pc:sldMkLst>
        <pc:spChg chg="del">
          <ac:chgData name="Akshitha Manne" userId="2c249b4076541131" providerId="LiveId" clId="{D88258E9-747F-4BDF-B7F0-6FC57215C80C}" dt="2026-02-12T09:35:34.127" v="791" actId="700"/>
          <ac:spMkLst>
            <pc:docMk/>
            <pc:sldMk cId="3652839595" sldId="278"/>
            <ac:spMk id="2" creationId="{EFB49BC9-0D92-A3B9-8AED-7FB9D9E96A72}"/>
          </ac:spMkLst>
        </pc:spChg>
        <pc:spChg chg="mod ord">
          <ac:chgData name="Akshitha Manne" userId="2c249b4076541131" providerId="LiveId" clId="{D88258E9-747F-4BDF-B7F0-6FC57215C80C}" dt="2026-02-12T09:35:37.143" v="792" actId="14100"/>
          <ac:spMkLst>
            <pc:docMk/>
            <pc:sldMk cId="3652839595" sldId="278"/>
            <ac:spMk id="3" creationId="{35B48287-E5F0-71CD-AC6D-6E644A0CC4A9}"/>
          </ac:spMkLst>
        </pc:spChg>
        <pc:picChg chg="add mod">
          <ac:chgData name="Akshitha Manne" userId="2c249b4076541131" providerId="LiveId" clId="{D88258E9-747F-4BDF-B7F0-6FC57215C80C}" dt="2026-02-12T09:12:54.927" v="591" actId="1076"/>
          <ac:picMkLst>
            <pc:docMk/>
            <pc:sldMk cId="3652839595" sldId="278"/>
            <ac:picMk id="5" creationId="{04E3C4A0-B83B-4663-04C9-4D320D5F3599}"/>
          </ac:picMkLst>
        </pc:picChg>
      </pc:sldChg>
      <pc:sldChg chg="new del">
        <pc:chgData name="Akshitha Manne" userId="2c249b4076541131" providerId="LiveId" clId="{D88258E9-747F-4BDF-B7F0-6FC57215C80C}" dt="2026-02-12T09:13:42.063" v="597" actId="2696"/>
        <pc:sldMkLst>
          <pc:docMk/>
          <pc:sldMk cId="708504740" sldId="279"/>
        </pc:sldMkLst>
      </pc:sldChg>
      <pc:sldChg chg="addSp delSp modSp new mod modClrScheme chgLayout">
        <pc:chgData name="Akshitha Manne" userId="2c249b4076541131" providerId="LiveId" clId="{D88258E9-747F-4BDF-B7F0-6FC57215C80C}" dt="2026-02-12T09:35:50.066" v="796" actId="20577"/>
        <pc:sldMkLst>
          <pc:docMk/>
          <pc:sldMk cId="1049487126" sldId="280"/>
        </pc:sldMkLst>
        <pc:spChg chg="del">
          <ac:chgData name="Akshitha Manne" userId="2c249b4076541131" providerId="LiveId" clId="{D88258E9-747F-4BDF-B7F0-6FC57215C80C}" dt="2026-02-12T09:35:42.366" v="793" actId="700"/>
          <ac:spMkLst>
            <pc:docMk/>
            <pc:sldMk cId="1049487126" sldId="280"/>
            <ac:spMk id="2" creationId="{776CBBBD-4688-366B-5B80-E2B6C6A07215}"/>
          </ac:spMkLst>
        </pc:spChg>
        <pc:spChg chg="mod ord">
          <ac:chgData name="Akshitha Manne" userId="2c249b4076541131" providerId="LiveId" clId="{D88258E9-747F-4BDF-B7F0-6FC57215C80C}" dt="2026-02-12T09:35:50.066" v="796" actId="20577"/>
          <ac:spMkLst>
            <pc:docMk/>
            <pc:sldMk cId="1049487126" sldId="280"/>
            <ac:spMk id="3" creationId="{077DBDC1-B20D-8544-137F-190AB0F3EBBF}"/>
          </ac:spMkLst>
        </pc:spChg>
        <pc:picChg chg="add mod">
          <ac:chgData name="Akshitha Manne" userId="2c249b4076541131" providerId="LiveId" clId="{D88258E9-747F-4BDF-B7F0-6FC57215C80C}" dt="2026-02-12T09:13:27.531" v="595" actId="1076"/>
          <ac:picMkLst>
            <pc:docMk/>
            <pc:sldMk cId="1049487126" sldId="280"/>
            <ac:picMk id="5" creationId="{4A1739A8-96CD-3D52-F4AE-79F789F9B831}"/>
          </ac:picMkLst>
        </pc:picChg>
      </pc:sldChg>
      <pc:sldChg chg="modSp new mod ord">
        <pc:chgData name="Akshitha Manne" userId="2c249b4076541131" providerId="LiveId" clId="{D88258E9-747F-4BDF-B7F0-6FC57215C80C}" dt="2026-02-13T08:32:06.132" v="1207" actId="20577"/>
        <pc:sldMkLst>
          <pc:docMk/>
          <pc:sldMk cId="179322725" sldId="281"/>
        </pc:sldMkLst>
        <pc:spChg chg="mod">
          <ac:chgData name="Akshitha Manne" userId="2c249b4076541131" providerId="LiveId" clId="{D88258E9-747F-4BDF-B7F0-6FC57215C80C}" dt="2026-02-12T09:20:06.981" v="746" actId="207"/>
          <ac:spMkLst>
            <pc:docMk/>
            <pc:sldMk cId="179322725" sldId="281"/>
            <ac:spMk id="2" creationId="{75F0F142-4B00-1AAB-70FB-51621A1DC84D}"/>
          </ac:spMkLst>
        </pc:spChg>
        <pc:spChg chg="mod">
          <ac:chgData name="Akshitha Manne" userId="2c249b4076541131" providerId="LiveId" clId="{D88258E9-747F-4BDF-B7F0-6FC57215C80C}" dt="2026-02-13T08:32:06.132" v="1207" actId="20577"/>
          <ac:spMkLst>
            <pc:docMk/>
            <pc:sldMk cId="179322725" sldId="281"/>
            <ac:spMk id="3" creationId="{B9601DF1-E5F8-2B7E-1ADE-6EDA894CFECE}"/>
          </ac:spMkLst>
        </pc:spChg>
      </pc:sldChg>
      <pc:sldChg chg="addSp modSp new mod modClrScheme chgLayout">
        <pc:chgData name="Akshitha Manne" userId="2c249b4076541131" providerId="LiveId" clId="{D88258E9-747F-4BDF-B7F0-6FC57215C80C}" dt="2026-02-13T06:02:06.508" v="1191" actId="20577"/>
        <pc:sldMkLst>
          <pc:docMk/>
          <pc:sldMk cId="4093895494" sldId="282"/>
        </pc:sldMkLst>
        <pc:spChg chg="add mod">
          <ac:chgData name="Akshitha Manne" userId="2c249b4076541131" providerId="LiveId" clId="{D88258E9-747F-4BDF-B7F0-6FC57215C80C}" dt="2026-02-12T09:42:48.846" v="825" actId="207"/>
          <ac:spMkLst>
            <pc:docMk/>
            <pc:sldMk cId="4093895494" sldId="282"/>
            <ac:spMk id="2" creationId="{ABC8A3B7-19E5-4AC1-1168-14F4817F4655}"/>
          </ac:spMkLst>
        </pc:spChg>
        <pc:spChg chg="add mod">
          <ac:chgData name="Akshitha Manne" userId="2c249b4076541131" providerId="LiveId" clId="{D88258E9-747F-4BDF-B7F0-6FC57215C80C}" dt="2026-02-13T06:02:06.508" v="1191" actId="20577"/>
          <ac:spMkLst>
            <pc:docMk/>
            <pc:sldMk cId="4093895494" sldId="282"/>
            <ac:spMk id="3" creationId="{670BDD68-4589-2721-F727-B1B5EBC9DC08}"/>
          </ac:spMkLst>
        </pc:spChg>
      </pc:sldChg>
      <pc:sldChg chg="delSp modSp new mod modClrScheme chgLayout">
        <pc:chgData name="Akshitha Manne" userId="2c249b4076541131" providerId="LiveId" clId="{D88258E9-747F-4BDF-B7F0-6FC57215C80C}" dt="2026-02-12T10:13:18.403" v="938" actId="1076"/>
        <pc:sldMkLst>
          <pc:docMk/>
          <pc:sldMk cId="3493566236" sldId="283"/>
        </pc:sldMkLst>
        <pc:spChg chg="del">
          <ac:chgData name="Akshitha Manne" userId="2c249b4076541131" providerId="LiveId" clId="{D88258E9-747F-4BDF-B7F0-6FC57215C80C}" dt="2026-02-12T10:13:11.110" v="937" actId="700"/>
          <ac:spMkLst>
            <pc:docMk/>
            <pc:sldMk cId="3493566236" sldId="283"/>
            <ac:spMk id="2" creationId="{92ABEB8D-B668-94F9-44B6-836C64A0F759}"/>
          </ac:spMkLst>
        </pc:spChg>
        <pc:spChg chg="mod ord">
          <ac:chgData name="Akshitha Manne" userId="2c249b4076541131" providerId="LiveId" clId="{D88258E9-747F-4BDF-B7F0-6FC57215C80C}" dt="2026-02-12T10:13:18.403" v="938" actId="1076"/>
          <ac:spMkLst>
            <pc:docMk/>
            <pc:sldMk cId="3493566236" sldId="283"/>
            <ac:spMk id="3" creationId="{CE34F6A7-9E7E-3AE4-2C03-D4D6783F60F6}"/>
          </ac:spMkLst>
        </pc:spChg>
      </pc:sldChg>
      <pc:sldChg chg="addSp delSp modSp new mod ord chgLayout">
        <pc:chgData name="Akshitha Manne" userId="2c249b4076541131" providerId="LiveId" clId="{D88258E9-747F-4BDF-B7F0-6FC57215C80C}" dt="2026-02-12T10:24:19.887" v="1042"/>
        <pc:sldMkLst>
          <pc:docMk/>
          <pc:sldMk cId="966357694" sldId="284"/>
        </pc:sldMkLst>
        <pc:spChg chg="mod ord">
          <ac:chgData name="Akshitha Manne" userId="2c249b4076541131" providerId="LiveId" clId="{D88258E9-747F-4BDF-B7F0-6FC57215C80C}" dt="2026-02-12T10:16:59.359" v="985" actId="207"/>
          <ac:spMkLst>
            <pc:docMk/>
            <pc:sldMk cId="966357694" sldId="284"/>
            <ac:spMk id="2" creationId="{E56B8B9C-82AE-0C14-3591-EBFB68F6A72A}"/>
          </ac:spMkLst>
        </pc:spChg>
        <pc:spChg chg="del">
          <ac:chgData name="Akshitha Manne" userId="2c249b4076541131" providerId="LiveId" clId="{D88258E9-747F-4BDF-B7F0-6FC57215C80C}" dt="2026-02-12T10:14:55.864" v="954"/>
          <ac:spMkLst>
            <pc:docMk/>
            <pc:sldMk cId="966357694" sldId="284"/>
            <ac:spMk id="3" creationId="{689992B9-3AB4-B861-3071-99E21504DC2D}"/>
          </ac:spMkLst>
        </pc:spChg>
        <pc:spChg chg="add del mod">
          <ac:chgData name="Akshitha Manne" userId="2c249b4076541131" providerId="LiveId" clId="{D88258E9-747F-4BDF-B7F0-6FC57215C80C}" dt="2026-02-12T10:15:16.054" v="958" actId="700"/>
          <ac:spMkLst>
            <pc:docMk/>
            <pc:sldMk cId="966357694" sldId="284"/>
            <ac:spMk id="4" creationId="{46A65E56-8FF6-3BA5-A83F-EB5089A984B1}"/>
          </ac:spMkLst>
        </pc:spChg>
        <pc:spChg chg="add del mod ord">
          <ac:chgData name="Akshitha Manne" userId="2c249b4076541131" providerId="LiveId" clId="{D88258E9-747F-4BDF-B7F0-6FC57215C80C}" dt="2026-02-12T10:15:23.591" v="959"/>
          <ac:spMkLst>
            <pc:docMk/>
            <pc:sldMk cId="966357694" sldId="284"/>
            <ac:spMk id="5" creationId="{C5A71361-0219-74C9-A71D-005449EA11B3}"/>
          </ac:spMkLst>
        </pc:spChg>
        <pc:spChg chg="add mod">
          <ac:chgData name="Akshitha Manne" userId="2c249b4076541131" providerId="LiveId" clId="{D88258E9-747F-4BDF-B7F0-6FC57215C80C}" dt="2026-02-12T10:18:23.280" v="1010" actId="20577"/>
          <ac:spMkLst>
            <pc:docMk/>
            <pc:sldMk cId="966357694" sldId="284"/>
            <ac:spMk id="6" creationId="{933073B2-7A4D-7860-0770-C56DA24F1545}"/>
          </ac:spMkLst>
        </pc:spChg>
      </pc:sldChg>
      <pc:sldChg chg="addSp delSp modSp new del">
        <pc:chgData name="Akshitha Manne" userId="2c249b4076541131" providerId="LiveId" clId="{D88258E9-747F-4BDF-B7F0-6FC57215C80C}" dt="2026-02-12T10:21:05.308" v="1032" actId="2696"/>
        <pc:sldMkLst>
          <pc:docMk/>
          <pc:sldMk cId="3234492570" sldId="285"/>
        </pc:sldMkLst>
        <pc:picChg chg="add del mod">
          <ac:chgData name="Akshitha Manne" userId="2c249b4076541131" providerId="LiveId" clId="{D88258E9-747F-4BDF-B7F0-6FC57215C80C}" dt="2026-02-12T10:19:58.480" v="1024" actId="21"/>
          <ac:picMkLst>
            <pc:docMk/>
            <pc:sldMk cId="3234492570" sldId="285"/>
            <ac:picMk id="98" creationId="{00000000-0000-0000-0000-000000000000}"/>
          </ac:picMkLst>
        </pc:picChg>
        <pc:picChg chg="add del mod">
          <ac:chgData name="Akshitha Manne" userId="2c249b4076541131" providerId="LiveId" clId="{D88258E9-747F-4BDF-B7F0-6FC57215C80C}" dt="2026-02-12T10:19:58.480" v="1024" actId="21"/>
          <ac:picMkLst>
            <pc:docMk/>
            <pc:sldMk cId="3234492570" sldId="285"/>
            <ac:picMk id="1030" creationId="{B621B49A-B5EB-51B4-E5D4-CB46786DA77B}"/>
          </ac:picMkLst>
        </pc:picChg>
        <pc:picChg chg="add mod">
          <ac:chgData name="Akshitha Manne" userId="2c249b4076541131" providerId="LiveId" clId="{D88258E9-747F-4BDF-B7F0-6FC57215C80C}" dt="2026-02-12T10:20:07.531" v="1027" actId="14100"/>
          <ac:picMkLst>
            <pc:docMk/>
            <pc:sldMk cId="3234492570" sldId="285"/>
            <ac:picMk id="3074" creationId="{DD187756-4930-A880-62AF-1B33BE1A19F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72305" y="163902"/>
            <a:ext cx="12190815" cy="6694098"/>
          </a:xfrm>
          <a:prstGeom prst="rect">
            <a:avLst/>
          </a:prstGeom>
          <a:noFill/>
          <a:ln>
            <a:noFill/>
          </a:ln>
        </p:spPr>
      </p:pic>
      <p:sp>
        <p:nvSpPr>
          <p:cNvPr id="99" name="Google Shape;99;p1"/>
          <p:cNvSpPr txBox="1"/>
          <p:nvPr/>
        </p:nvSpPr>
        <p:spPr>
          <a:xfrm>
            <a:off x="2472904" y="3717986"/>
            <a:ext cx="7246189"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600" b="1" dirty="0">
                <a:solidFill>
                  <a:schemeClr val="dk1"/>
                </a:solidFill>
                <a:latin typeface="Calibri"/>
                <a:ea typeface="Calibri"/>
                <a:cs typeface="Calibri"/>
                <a:sym typeface="Calibri"/>
              </a:rPr>
              <a:t>EMPLOYEE MANAGEMNET ANALYSIS</a:t>
            </a:r>
            <a:endParaRPr sz="3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64AE68F9-798E-CDE1-C0D2-1936C02F0979}"/>
              </a:ext>
            </a:extLst>
          </p:cNvPr>
          <p:cNvSpPr txBox="1"/>
          <p:nvPr/>
        </p:nvSpPr>
        <p:spPr>
          <a:xfrm>
            <a:off x="9377680" y="4876800"/>
            <a:ext cx="2885440" cy="923330"/>
          </a:xfrm>
          <a:prstGeom prst="rect">
            <a:avLst/>
          </a:prstGeom>
          <a:noFill/>
        </p:spPr>
        <p:txBody>
          <a:bodyPr wrap="square" rtlCol="0">
            <a:spAutoFit/>
          </a:bodyPr>
          <a:lstStyle/>
          <a:p>
            <a:r>
              <a:rPr lang="en-IN" sz="1800">
                <a:solidFill>
                  <a:srgbClr val="FF0000"/>
                </a:solidFill>
              </a:rPr>
              <a:t>Presented By:</a:t>
            </a:r>
          </a:p>
          <a:p>
            <a:r>
              <a:rPr lang="en-IN" sz="1800"/>
              <a:t>Manne Akshitha</a:t>
            </a:r>
          </a:p>
          <a:p>
            <a:r>
              <a:rPr lang="en-IN" sz="1800"/>
              <a:t>Batch no: 456</a:t>
            </a:r>
          </a:p>
        </p:txBody>
      </p:sp>
      <p:sp>
        <p:nvSpPr>
          <p:cNvPr id="2" name="AutoShape 2" descr="Generated image">
            <a:extLst>
              <a:ext uri="{FF2B5EF4-FFF2-40B4-BE49-F238E27FC236}">
                <a16:creationId xmlns:a16="http://schemas.microsoft.com/office/drawing/2014/main" id="{FCAD3FD6-A0AF-A729-AC79-6934203BC72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Generated image">
            <a:extLst>
              <a:ext uri="{FF2B5EF4-FFF2-40B4-BE49-F238E27FC236}">
                <a16:creationId xmlns:a16="http://schemas.microsoft.com/office/drawing/2014/main" id="{ACD122AB-720B-4579-D6E5-E1B04162B2B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2">
            <a:extLst>
              <a:ext uri="{FF2B5EF4-FFF2-40B4-BE49-F238E27FC236}">
                <a16:creationId xmlns:a16="http://schemas.microsoft.com/office/drawing/2014/main" id="{10245F5A-26DA-72A0-AD9C-D44CF8C3BA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7621" y="4528846"/>
            <a:ext cx="5060182" cy="21645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prstGeom prst="rect">
            <a:avLst/>
          </a:prstGeom>
          <a:noFill/>
          <a:ln>
            <a:noFill/>
          </a:ln>
        </p:spPr>
        <p:txBody>
          <a:bodyPr spcFirstLastPara="1" wrap="square" lIns="91425" tIns="45700" rIns="91425" bIns="45700" anchor="t" anchorCtr="0">
            <a:normAutofit lnSpcReduction="10000"/>
          </a:bodyPr>
          <a:lstStyle/>
          <a:p>
            <a:pPr lvl="0" indent="-457200" algn="l" rtl="0">
              <a:lnSpc>
                <a:spcPct val="90000"/>
              </a:lnSpc>
              <a:spcBef>
                <a:spcPts val="1000"/>
              </a:spcBef>
              <a:spcAft>
                <a:spcPts val="0"/>
              </a:spcAft>
              <a:buClr>
                <a:schemeClr val="dk1"/>
              </a:buClr>
              <a:buSzPts val="2800"/>
              <a:buFont typeface="Arial" panose="020B0604020202020204" pitchFamily="34" charset="0"/>
              <a:buChar char="•"/>
            </a:pPr>
            <a:r>
              <a:rPr lang="en-IN" dirty="0"/>
              <a:t>INTRODUCTION</a:t>
            </a:r>
          </a:p>
          <a:p>
            <a:pPr lvl="0" indent="-457200" algn="l" rtl="0">
              <a:lnSpc>
                <a:spcPct val="90000"/>
              </a:lnSpc>
              <a:spcBef>
                <a:spcPts val="1000"/>
              </a:spcBef>
              <a:spcAft>
                <a:spcPts val="0"/>
              </a:spcAft>
              <a:buClr>
                <a:schemeClr val="dk1"/>
              </a:buClr>
              <a:buSzPts val="2800"/>
              <a:buFont typeface="Arial" panose="020B0604020202020204" pitchFamily="34" charset="0"/>
              <a:buChar char="•"/>
            </a:pPr>
            <a:r>
              <a:rPr lang="en-IN" dirty="0"/>
              <a:t>BUSINESS PROBLEM</a:t>
            </a:r>
          </a:p>
          <a:p>
            <a:pPr lvl="0" indent="-457200" algn="l" rtl="0">
              <a:lnSpc>
                <a:spcPct val="90000"/>
              </a:lnSpc>
              <a:spcBef>
                <a:spcPts val="1000"/>
              </a:spcBef>
              <a:spcAft>
                <a:spcPts val="0"/>
              </a:spcAft>
              <a:buClr>
                <a:schemeClr val="dk1"/>
              </a:buClr>
              <a:buSzPts val="2800"/>
              <a:buFont typeface="Arial" panose="020B0604020202020204" pitchFamily="34" charset="0"/>
              <a:buChar char="•"/>
            </a:pPr>
            <a:r>
              <a:rPr lang="en-IN" dirty="0"/>
              <a:t>OBJECTIVE</a:t>
            </a:r>
          </a:p>
          <a:p>
            <a:pPr lvl="0" indent="-457200" algn="l" rtl="0">
              <a:lnSpc>
                <a:spcPct val="90000"/>
              </a:lnSpc>
              <a:spcBef>
                <a:spcPts val="1000"/>
              </a:spcBef>
              <a:spcAft>
                <a:spcPts val="0"/>
              </a:spcAft>
              <a:buClr>
                <a:schemeClr val="dk1"/>
              </a:buClr>
              <a:buSzPts val="2800"/>
              <a:buFont typeface="Arial" panose="020B0604020202020204" pitchFamily="34" charset="0"/>
              <a:buChar char="•"/>
            </a:pPr>
            <a:r>
              <a:rPr lang="en-IN" dirty="0"/>
              <a:t>ER DIAGRAM AND RELATIONSHIP</a:t>
            </a:r>
          </a:p>
          <a:p>
            <a:pPr lvl="0" indent="-457200">
              <a:buSzPts val="2800"/>
              <a:buFont typeface="Arial" panose="020B0604020202020204" pitchFamily="34" charset="0"/>
              <a:buChar char="•"/>
            </a:pPr>
            <a:r>
              <a:rPr lang="en-IN" dirty="0"/>
              <a:t>EMPLOYEE INSIGHTS</a:t>
            </a:r>
          </a:p>
          <a:p>
            <a:pPr lvl="0" indent="-457200">
              <a:buSzPts val="2800"/>
              <a:buFont typeface="Arial" panose="020B0604020202020204" pitchFamily="34" charset="0"/>
              <a:buChar char="•"/>
            </a:pPr>
            <a:r>
              <a:rPr lang="en-IN" dirty="0"/>
              <a:t>QUALIFICATION AND SKILLS ANALYSIS</a:t>
            </a:r>
          </a:p>
          <a:p>
            <a:pPr lvl="0" indent="-457200">
              <a:buSzPts val="2800"/>
              <a:buFont typeface="Arial" panose="020B0604020202020204" pitchFamily="34" charset="0"/>
              <a:buChar char="•"/>
            </a:pPr>
            <a:r>
              <a:rPr lang="en-US" dirty="0"/>
              <a:t>JOB ROLE AND DEPARTMENT ANALYSIS</a:t>
            </a:r>
          </a:p>
          <a:p>
            <a:pPr lvl="0" indent="-457200">
              <a:buSzPts val="2800"/>
              <a:buFont typeface="Arial" panose="020B0604020202020204" pitchFamily="34" charset="0"/>
              <a:buChar char="•"/>
            </a:pPr>
            <a:r>
              <a:rPr lang="en-IN" dirty="0"/>
              <a:t>LEAVE AND ABSENCE PATTERNS</a:t>
            </a:r>
          </a:p>
          <a:p>
            <a:pPr lvl="0" indent="-457200">
              <a:buSzPts val="2800"/>
              <a:buFont typeface="Arial" panose="020B0604020202020204" pitchFamily="34" charset="0"/>
              <a:buChar char="•"/>
            </a:pPr>
            <a:r>
              <a:rPr lang="en-IN" dirty="0"/>
              <a:t> PAYROLL AND COMPENSATION ANALYSIS</a:t>
            </a:r>
          </a:p>
          <a:p>
            <a:pPr lvl="0" indent="-457200" algn="l" rtl="0">
              <a:lnSpc>
                <a:spcPct val="90000"/>
              </a:lnSpc>
              <a:spcBef>
                <a:spcPts val="1000"/>
              </a:spcBef>
              <a:spcAft>
                <a:spcPts val="0"/>
              </a:spcAft>
              <a:buClr>
                <a:schemeClr val="dk1"/>
              </a:buClr>
              <a:buSzPts val="2800"/>
              <a:buFont typeface="Arial" panose="020B0604020202020204" pitchFamily="34" charset="0"/>
              <a:buChar char="•"/>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38FD4-D022-9549-5C20-B7EE0703157E}"/>
              </a:ext>
            </a:extLst>
          </p:cNvPr>
          <p:cNvSpPr>
            <a:spLocks noGrp="1"/>
          </p:cNvSpPr>
          <p:nvPr>
            <p:ph type="title"/>
          </p:nvPr>
        </p:nvSpPr>
        <p:spPr/>
        <p:txBody>
          <a:bodyPr/>
          <a:lstStyle/>
          <a:p>
            <a:pPr algn="ctr"/>
            <a:r>
              <a:rPr lang="en-IN" b="1" dirty="0">
                <a:solidFill>
                  <a:srgbClr val="FF0000"/>
                </a:solidFill>
              </a:rPr>
              <a:t>INTRODUCTION</a:t>
            </a:r>
          </a:p>
        </p:txBody>
      </p:sp>
      <p:sp>
        <p:nvSpPr>
          <p:cNvPr id="3" name="Text Placeholder 2">
            <a:extLst>
              <a:ext uri="{FF2B5EF4-FFF2-40B4-BE49-F238E27FC236}">
                <a16:creationId xmlns:a16="http://schemas.microsoft.com/office/drawing/2014/main" id="{FC810340-D1D5-B4A1-E166-E3FA8BC38F39}"/>
              </a:ext>
            </a:extLst>
          </p:cNvPr>
          <p:cNvSpPr>
            <a:spLocks noGrp="1"/>
          </p:cNvSpPr>
          <p:nvPr>
            <p:ph type="body" idx="1"/>
          </p:nvPr>
        </p:nvSpPr>
        <p:spPr/>
        <p:txBody>
          <a:bodyPr>
            <a:normAutofit lnSpcReduction="10000"/>
          </a:bodyPr>
          <a:lstStyle/>
          <a:p>
            <a:r>
              <a:rPr lang="en-US" dirty="0"/>
              <a:t>The </a:t>
            </a:r>
            <a:r>
              <a:rPr lang="en-US" b="1" dirty="0"/>
              <a:t>Employee Management System (EMS)</a:t>
            </a:r>
            <a:r>
              <a:rPr lang="en-US" dirty="0"/>
              <a:t> is a relational database solution designed to manage and organize employee-related data within an organization. The system centralizes employee information, job roles, departmental structures, payroll details, qualifications, and leave records into a structured and integrated database environment.</a:t>
            </a:r>
          </a:p>
          <a:p>
            <a:r>
              <a:rPr lang="en-US" dirty="0"/>
              <a:t>By implementing normalized tables with proper primary and foreign key relationships, the system ensures data integrity, consistency, and efficient data retrieval. The EMS enables  management teams to perform analytical queries, monitor workforce performance, and leave management processes effectively.</a:t>
            </a:r>
          </a:p>
          <a:p>
            <a:endParaRPr lang="en-IN" dirty="0"/>
          </a:p>
        </p:txBody>
      </p:sp>
    </p:spTree>
    <p:extLst>
      <p:ext uri="{BB962C8B-B14F-4D97-AF65-F5344CB8AC3E}">
        <p14:creationId xmlns:p14="http://schemas.microsoft.com/office/powerpoint/2010/main" val="414427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82B30-03DE-4BFE-E8EB-CF1D28126ABA}"/>
              </a:ext>
            </a:extLst>
          </p:cNvPr>
          <p:cNvSpPr>
            <a:spLocks noGrp="1"/>
          </p:cNvSpPr>
          <p:nvPr>
            <p:ph type="title"/>
          </p:nvPr>
        </p:nvSpPr>
        <p:spPr/>
        <p:txBody>
          <a:bodyPr/>
          <a:lstStyle/>
          <a:p>
            <a:pPr algn="ctr"/>
            <a:r>
              <a:rPr lang="en-IN" b="1" dirty="0">
                <a:solidFill>
                  <a:srgbClr val="FF0000"/>
                </a:solidFill>
              </a:rPr>
              <a:t>BUSINESS PROBLEM</a:t>
            </a:r>
          </a:p>
        </p:txBody>
      </p:sp>
      <p:sp>
        <p:nvSpPr>
          <p:cNvPr id="3" name="Text Placeholder 2">
            <a:extLst>
              <a:ext uri="{FF2B5EF4-FFF2-40B4-BE49-F238E27FC236}">
                <a16:creationId xmlns:a16="http://schemas.microsoft.com/office/drawing/2014/main" id="{60E1620B-35B7-0036-0E4A-49C308C55081}"/>
              </a:ext>
            </a:extLst>
          </p:cNvPr>
          <p:cNvSpPr>
            <a:spLocks noGrp="1"/>
          </p:cNvSpPr>
          <p:nvPr>
            <p:ph type="body" idx="1"/>
          </p:nvPr>
        </p:nvSpPr>
        <p:spPr/>
        <p:txBody>
          <a:bodyPr>
            <a:normAutofit/>
          </a:bodyPr>
          <a:lstStyle/>
          <a:p>
            <a:pPr>
              <a:buFont typeface="Arial" panose="020B0604020202020204" pitchFamily="34" charset="0"/>
              <a:buChar char="•"/>
            </a:pPr>
            <a:r>
              <a:rPr lang="en-US" dirty="0"/>
              <a:t>Identifying  departments with the highest number of employees</a:t>
            </a:r>
          </a:p>
          <a:p>
            <a:r>
              <a:rPr lang="en-US" dirty="0"/>
              <a:t>Determining salary distribution and total payroll expenditure</a:t>
            </a:r>
          </a:p>
          <a:p>
            <a:r>
              <a:rPr lang="en-US" dirty="0"/>
              <a:t>Understanding leave patterns and their impact on payroll</a:t>
            </a:r>
          </a:p>
          <a:p>
            <a:r>
              <a:rPr lang="en-US" dirty="0"/>
              <a:t>Analyzing which job roles offer the highest compensation</a:t>
            </a:r>
          </a:p>
          <a:p>
            <a:pPr marL="114300" indent="0">
              <a:buNone/>
            </a:pPr>
            <a:r>
              <a:rPr lang="en-US" b="1" dirty="0"/>
              <a:t>    Data Strategy:</a:t>
            </a:r>
          </a:p>
          <a:p>
            <a:r>
              <a:rPr lang="en-US" dirty="0"/>
              <a:t>I used SQL queries and JOIN operations to integrate multiple tables and  extract meaningful insights</a:t>
            </a:r>
          </a:p>
          <a:p>
            <a:r>
              <a:rPr lang="en-US" dirty="0"/>
              <a:t>Transform raw employee data into actionable business intelligence.</a:t>
            </a:r>
          </a:p>
          <a:p>
            <a:endParaRPr lang="en-US" dirty="0"/>
          </a:p>
          <a:p>
            <a:pPr marL="114300" indent="0">
              <a:buNone/>
            </a:pPr>
            <a:endParaRPr lang="en-IN" dirty="0"/>
          </a:p>
        </p:txBody>
      </p:sp>
    </p:spTree>
    <p:extLst>
      <p:ext uri="{BB962C8B-B14F-4D97-AF65-F5344CB8AC3E}">
        <p14:creationId xmlns:p14="http://schemas.microsoft.com/office/powerpoint/2010/main" val="2559225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700D-4718-2A85-C2BD-10D05BAFAC09}"/>
              </a:ext>
            </a:extLst>
          </p:cNvPr>
          <p:cNvSpPr>
            <a:spLocks noGrp="1"/>
          </p:cNvSpPr>
          <p:nvPr>
            <p:ph type="title"/>
          </p:nvPr>
        </p:nvSpPr>
        <p:spPr/>
        <p:txBody>
          <a:bodyPr/>
          <a:lstStyle/>
          <a:p>
            <a:pPr algn="ctr"/>
            <a:r>
              <a:rPr lang="en-IN" b="1" dirty="0">
                <a:solidFill>
                  <a:srgbClr val="FF0000"/>
                </a:solidFill>
              </a:rPr>
              <a:t>OBJECTIVE</a:t>
            </a:r>
          </a:p>
        </p:txBody>
      </p:sp>
      <p:sp>
        <p:nvSpPr>
          <p:cNvPr id="3" name="Text Placeholder 2">
            <a:extLst>
              <a:ext uri="{FF2B5EF4-FFF2-40B4-BE49-F238E27FC236}">
                <a16:creationId xmlns:a16="http://schemas.microsoft.com/office/drawing/2014/main" id="{DA55364C-14F0-DDF7-951B-55A656A88898}"/>
              </a:ext>
            </a:extLst>
          </p:cNvPr>
          <p:cNvSpPr>
            <a:spLocks noGrp="1"/>
          </p:cNvSpPr>
          <p:nvPr>
            <p:ph type="body" idx="1"/>
          </p:nvPr>
        </p:nvSpPr>
        <p:spPr/>
        <p:txBody>
          <a:bodyPr>
            <a:normAutofit lnSpcReduction="10000"/>
          </a:bodyPr>
          <a:lstStyle/>
          <a:p>
            <a:r>
              <a:rPr lang="en-US" dirty="0"/>
              <a:t>The objective of this project is to use SQL to analyze the provided employee dataset and generate actionable business insights.</a:t>
            </a:r>
          </a:p>
          <a:p>
            <a:pPr marL="114300" indent="0">
              <a:buNone/>
            </a:pPr>
            <a:r>
              <a:rPr lang="en-US" dirty="0"/>
              <a:t>Specifically, the project aims to:</a:t>
            </a:r>
          </a:p>
          <a:p>
            <a:r>
              <a:rPr lang="en-US" dirty="0"/>
              <a:t>Calculate total salary expenditure across the company</a:t>
            </a:r>
          </a:p>
          <a:p>
            <a:r>
              <a:rPr lang="en-US" dirty="0"/>
              <a:t>Identify highest-paid employees and job roles</a:t>
            </a:r>
          </a:p>
          <a:p>
            <a:r>
              <a:rPr lang="en-US" dirty="0"/>
              <a:t>Analyze department-wise employee distribution and payroll allocation</a:t>
            </a:r>
          </a:p>
          <a:p>
            <a:r>
              <a:rPr lang="en-US" dirty="0"/>
              <a:t>Examine leave patterns and their correlation with payroll amounts</a:t>
            </a:r>
          </a:p>
          <a:p>
            <a:r>
              <a:rPr lang="en-US" dirty="0"/>
              <a:t>Evaluate qualification distribution and skill requirements</a:t>
            </a:r>
          </a:p>
          <a:p>
            <a:pPr marL="114300" indent="0">
              <a:buNone/>
            </a:pPr>
            <a:endParaRPr lang="en-IN" dirty="0"/>
          </a:p>
        </p:txBody>
      </p:sp>
    </p:spTree>
    <p:extLst>
      <p:ext uri="{BB962C8B-B14F-4D97-AF65-F5344CB8AC3E}">
        <p14:creationId xmlns:p14="http://schemas.microsoft.com/office/powerpoint/2010/main" val="3866790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A97E2B-6C98-F7DC-5D2D-651E02E9A75E}"/>
              </a:ext>
            </a:extLst>
          </p:cNvPr>
          <p:cNvPicPr>
            <a:picLocks noChangeAspect="1"/>
          </p:cNvPicPr>
          <p:nvPr/>
        </p:nvPicPr>
        <p:blipFill>
          <a:blip r:embed="rId2"/>
          <a:stretch>
            <a:fillRect/>
          </a:stretch>
        </p:blipFill>
        <p:spPr>
          <a:xfrm>
            <a:off x="783770" y="1848897"/>
            <a:ext cx="10671351" cy="4321756"/>
          </a:xfrm>
          <a:prstGeom prst="rect">
            <a:avLst/>
          </a:prstGeom>
        </p:spPr>
      </p:pic>
      <p:sp>
        <p:nvSpPr>
          <p:cNvPr id="2" name="Title 1">
            <a:extLst>
              <a:ext uri="{FF2B5EF4-FFF2-40B4-BE49-F238E27FC236}">
                <a16:creationId xmlns:a16="http://schemas.microsoft.com/office/drawing/2014/main" id="{FC855A58-829C-FDC7-3DED-02511FBBA63B}"/>
              </a:ext>
            </a:extLst>
          </p:cNvPr>
          <p:cNvSpPr>
            <a:spLocks noGrp="1"/>
          </p:cNvSpPr>
          <p:nvPr>
            <p:ph type="title"/>
          </p:nvPr>
        </p:nvSpPr>
        <p:spPr/>
        <p:txBody>
          <a:bodyPr/>
          <a:lstStyle/>
          <a:p>
            <a:pPr algn="ctr"/>
            <a:r>
              <a:rPr lang="en-IN" b="1" dirty="0">
                <a:solidFill>
                  <a:srgbClr val="FF0000"/>
                </a:solidFill>
              </a:rPr>
              <a:t>ER DIAGRAM</a:t>
            </a:r>
          </a:p>
        </p:txBody>
      </p:sp>
    </p:spTree>
    <p:extLst>
      <p:ext uri="{BB962C8B-B14F-4D97-AF65-F5344CB8AC3E}">
        <p14:creationId xmlns:p14="http://schemas.microsoft.com/office/powerpoint/2010/main" val="3052123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9E2FD4-C34E-622F-151E-4F49EB64127A}"/>
              </a:ext>
            </a:extLst>
          </p:cNvPr>
          <p:cNvSpPr>
            <a:spLocks noGrp="1"/>
          </p:cNvSpPr>
          <p:nvPr>
            <p:ph type="title"/>
          </p:nvPr>
        </p:nvSpPr>
        <p:spPr/>
        <p:txBody>
          <a:bodyPr/>
          <a:lstStyle/>
          <a:p>
            <a:pPr algn="ctr"/>
            <a:r>
              <a:rPr lang="en-IN" b="1" dirty="0">
                <a:solidFill>
                  <a:srgbClr val="FF0000"/>
                </a:solidFill>
              </a:rPr>
              <a:t>RELATION BETWEEN TABLES</a:t>
            </a:r>
          </a:p>
        </p:txBody>
      </p:sp>
      <p:sp>
        <p:nvSpPr>
          <p:cNvPr id="4" name="Text Placeholder 3">
            <a:extLst>
              <a:ext uri="{FF2B5EF4-FFF2-40B4-BE49-F238E27FC236}">
                <a16:creationId xmlns:a16="http://schemas.microsoft.com/office/drawing/2014/main" id="{DACDAF49-8F8B-C4F2-41E6-166B19EDA89A}"/>
              </a:ext>
            </a:extLst>
          </p:cNvPr>
          <p:cNvSpPr>
            <a:spLocks noGrp="1"/>
          </p:cNvSpPr>
          <p:nvPr>
            <p:ph type="body" idx="1"/>
          </p:nvPr>
        </p:nvSpPr>
        <p:spPr/>
        <p:txBody>
          <a:bodyPr>
            <a:normAutofit/>
          </a:bodyPr>
          <a:lstStyle/>
          <a:p>
            <a:pPr marL="114300" indent="0">
              <a:buNone/>
            </a:pPr>
            <a:r>
              <a:rPr lang="en-US" dirty="0"/>
              <a:t>• One-to-Many from </a:t>
            </a:r>
            <a:r>
              <a:rPr lang="en-US" b="1" dirty="0" err="1"/>
              <a:t>JobDepartment</a:t>
            </a:r>
            <a:r>
              <a:rPr lang="en-US" b="1" dirty="0"/>
              <a:t> to Employee</a:t>
            </a:r>
            <a:endParaRPr lang="en-US" dirty="0"/>
          </a:p>
          <a:p>
            <a:pPr marL="114300" indent="0">
              <a:buNone/>
            </a:pPr>
            <a:r>
              <a:rPr lang="en-US" dirty="0"/>
              <a:t>• One-to-Many from </a:t>
            </a:r>
            <a:r>
              <a:rPr lang="en-US" b="1" dirty="0"/>
              <a:t>Employee to Leaves</a:t>
            </a:r>
            <a:endParaRPr lang="en-US" dirty="0"/>
          </a:p>
          <a:p>
            <a:pPr marL="114300" indent="0">
              <a:buNone/>
            </a:pPr>
            <a:r>
              <a:rPr lang="en-US" dirty="0"/>
              <a:t>• One-to-Many from </a:t>
            </a:r>
            <a:r>
              <a:rPr lang="en-US" b="1" dirty="0"/>
              <a:t>Employee to Qualification</a:t>
            </a:r>
            <a:endParaRPr lang="en-US" dirty="0"/>
          </a:p>
          <a:p>
            <a:pPr marL="114300" indent="0">
              <a:buNone/>
            </a:pPr>
            <a:r>
              <a:rPr lang="en-US" dirty="0"/>
              <a:t>• One-to-Many from </a:t>
            </a:r>
            <a:r>
              <a:rPr lang="en-US" b="1" dirty="0"/>
              <a:t>Employee to Payroll</a:t>
            </a:r>
            <a:r>
              <a:rPr lang="en-US" dirty="0"/>
              <a:t> </a:t>
            </a:r>
          </a:p>
          <a:p>
            <a:pPr marL="114300" indent="0">
              <a:buNone/>
            </a:pPr>
            <a:r>
              <a:rPr lang="en-US" dirty="0"/>
              <a:t>• One-to-Many from </a:t>
            </a:r>
            <a:r>
              <a:rPr lang="en-US" b="1" dirty="0" err="1"/>
              <a:t>SalaryBonus</a:t>
            </a:r>
            <a:r>
              <a:rPr lang="en-US" b="1" dirty="0"/>
              <a:t> to Payroll</a:t>
            </a:r>
            <a:r>
              <a:rPr lang="en-US" dirty="0"/>
              <a:t> </a:t>
            </a:r>
          </a:p>
          <a:p>
            <a:pPr marL="114300" indent="0">
              <a:buNone/>
            </a:pPr>
            <a:r>
              <a:rPr lang="en-US" dirty="0"/>
              <a:t>• One-to-Many from </a:t>
            </a:r>
            <a:r>
              <a:rPr lang="en-US" b="1" dirty="0"/>
              <a:t>Leaves to Payroll</a:t>
            </a:r>
            <a:endParaRPr lang="en-US" dirty="0"/>
          </a:p>
          <a:p>
            <a:pPr marL="114300" indent="0">
              <a:buNone/>
            </a:pPr>
            <a:endParaRPr lang="en-IN" dirty="0"/>
          </a:p>
        </p:txBody>
      </p:sp>
    </p:spTree>
    <p:extLst>
      <p:ext uri="{BB962C8B-B14F-4D97-AF65-F5344CB8AC3E}">
        <p14:creationId xmlns:p14="http://schemas.microsoft.com/office/powerpoint/2010/main" val="578742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5C1E7-AFE3-FDCE-81F6-EB39F8C004C7}"/>
              </a:ext>
            </a:extLst>
          </p:cNvPr>
          <p:cNvSpPr>
            <a:spLocks noGrp="1"/>
          </p:cNvSpPr>
          <p:nvPr>
            <p:ph type="title"/>
          </p:nvPr>
        </p:nvSpPr>
        <p:spPr/>
        <p:txBody>
          <a:bodyPr/>
          <a:lstStyle/>
          <a:p>
            <a:pPr algn="ctr"/>
            <a:r>
              <a:rPr lang="en-IN" dirty="0"/>
              <a:t> </a:t>
            </a:r>
            <a:r>
              <a:rPr lang="en-IN" b="1" dirty="0">
                <a:solidFill>
                  <a:srgbClr val="FF0000"/>
                </a:solidFill>
              </a:rPr>
              <a:t>EMPLOYEE INSIGHTS</a:t>
            </a:r>
          </a:p>
        </p:txBody>
      </p:sp>
      <p:sp>
        <p:nvSpPr>
          <p:cNvPr id="3" name="Text Placeholder 2">
            <a:extLst>
              <a:ext uri="{FF2B5EF4-FFF2-40B4-BE49-F238E27FC236}">
                <a16:creationId xmlns:a16="http://schemas.microsoft.com/office/drawing/2014/main" id="{3C82A0D2-B981-06D3-A1AF-1E43F638AE0D}"/>
              </a:ext>
            </a:extLst>
          </p:cNvPr>
          <p:cNvSpPr>
            <a:spLocks noGrp="1"/>
          </p:cNvSpPr>
          <p:nvPr>
            <p:ph type="body" idx="1"/>
          </p:nvPr>
        </p:nvSpPr>
        <p:spPr/>
        <p:txBody>
          <a:bodyPr/>
          <a:lstStyle/>
          <a:p>
            <a:r>
              <a:rPr lang="en-US" dirty="0"/>
              <a:t>How many unique employees </a:t>
            </a:r>
          </a:p>
          <a:p>
            <a:pPr marL="114300" indent="0">
              <a:buNone/>
            </a:pPr>
            <a:r>
              <a:rPr lang="en-US" dirty="0"/>
              <a:t>    are currently in the system?</a:t>
            </a:r>
          </a:p>
          <a:p>
            <a:endParaRPr lang="en-IN" dirty="0"/>
          </a:p>
          <a:p>
            <a:endParaRPr lang="en-US" dirty="0"/>
          </a:p>
          <a:p>
            <a:r>
              <a:rPr lang="en-US" dirty="0"/>
              <a:t>Which departments have the </a:t>
            </a:r>
          </a:p>
          <a:p>
            <a:pPr marL="114300" indent="0">
              <a:buNone/>
            </a:pPr>
            <a:r>
              <a:rPr lang="en-US" dirty="0"/>
              <a:t>   highest number of employees?</a:t>
            </a:r>
            <a:endParaRPr lang="en-IN" dirty="0"/>
          </a:p>
          <a:p>
            <a:endParaRPr lang="en-IN" dirty="0"/>
          </a:p>
          <a:p>
            <a:endParaRPr lang="en-IN" dirty="0"/>
          </a:p>
        </p:txBody>
      </p:sp>
      <p:pic>
        <p:nvPicPr>
          <p:cNvPr id="7" name="Picture 6">
            <a:extLst>
              <a:ext uri="{FF2B5EF4-FFF2-40B4-BE49-F238E27FC236}">
                <a16:creationId xmlns:a16="http://schemas.microsoft.com/office/drawing/2014/main" id="{4D7A8B80-7AB7-70AE-6437-556C934F2DF8}"/>
              </a:ext>
            </a:extLst>
          </p:cNvPr>
          <p:cNvPicPr>
            <a:picLocks noChangeAspect="1"/>
          </p:cNvPicPr>
          <p:nvPr/>
        </p:nvPicPr>
        <p:blipFill>
          <a:blip r:embed="rId2"/>
          <a:stretch>
            <a:fillRect/>
          </a:stretch>
        </p:blipFill>
        <p:spPr>
          <a:xfrm>
            <a:off x="6096000" y="3797799"/>
            <a:ext cx="3610737" cy="2120202"/>
          </a:xfrm>
          <a:prstGeom prst="rect">
            <a:avLst/>
          </a:prstGeom>
        </p:spPr>
      </p:pic>
      <p:pic>
        <p:nvPicPr>
          <p:cNvPr id="8" name="Picture 7">
            <a:extLst>
              <a:ext uri="{FF2B5EF4-FFF2-40B4-BE49-F238E27FC236}">
                <a16:creationId xmlns:a16="http://schemas.microsoft.com/office/drawing/2014/main" id="{39FAA39E-8070-BBDB-D031-49FF2A21E336}"/>
              </a:ext>
            </a:extLst>
          </p:cNvPr>
          <p:cNvPicPr>
            <a:picLocks noChangeAspect="1"/>
          </p:cNvPicPr>
          <p:nvPr/>
        </p:nvPicPr>
        <p:blipFill>
          <a:blip r:embed="rId3"/>
          <a:stretch>
            <a:fillRect/>
          </a:stretch>
        </p:blipFill>
        <p:spPr>
          <a:xfrm>
            <a:off x="6096000" y="1825625"/>
            <a:ext cx="3214236" cy="1713213"/>
          </a:xfrm>
          <a:prstGeom prst="rect">
            <a:avLst/>
          </a:prstGeom>
        </p:spPr>
      </p:pic>
    </p:spTree>
    <p:extLst>
      <p:ext uri="{BB962C8B-B14F-4D97-AF65-F5344CB8AC3E}">
        <p14:creationId xmlns:p14="http://schemas.microsoft.com/office/powerpoint/2010/main" val="166944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55BBB7-D8ED-5FC4-2001-B0C57188F0C0}"/>
              </a:ext>
            </a:extLst>
          </p:cNvPr>
          <p:cNvSpPr>
            <a:spLocks noGrp="1"/>
          </p:cNvSpPr>
          <p:nvPr>
            <p:ph type="body" idx="4294967295"/>
          </p:nvPr>
        </p:nvSpPr>
        <p:spPr>
          <a:xfrm>
            <a:off x="592852" y="1825625"/>
            <a:ext cx="9922747" cy="4351338"/>
          </a:xfrm>
        </p:spPr>
        <p:txBody>
          <a:bodyPr/>
          <a:lstStyle/>
          <a:p>
            <a:r>
              <a:rPr lang="en-US" dirty="0"/>
              <a:t>  What is the total salary expenditure across the company?</a:t>
            </a:r>
            <a:endParaRPr lang="en-IN" dirty="0"/>
          </a:p>
        </p:txBody>
      </p:sp>
      <p:pic>
        <p:nvPicPr>
          <p:cNvPr id="5" name="Picture 4">
            <a:extLst>
              <a:ext uri="{FF2B5EF4-FFF2-40B4-BE49-F238E27FC236}">
                <a16:creationId xmlns:a16="http://schemas.microsoft.com/office/drawing/2014/main" id="{6BFE3007-DAC5-F95F-FD09-B73BC33DA502}"/>
              </a:ext>
            </a:extLst>
          </p:cNvPr>
          <p:cNvPicPr>
            <a:picLocks noChangeAspect="1"/>
          </p:cNvPicPr>
          <p:nvPr/>
        </p:nvPicPr>
        <p:blipFill>
          <a:blip r:embed="rId2"/>
          <a:stretch>
            <a:fillRect/>
          </a:stretch>
        </p:blipFill>
        <p:spPr>
          <a:xfrm>
            <a:off x="1741256" y="3170642"/>
            <a:ext cx="4770533" cy="1661304"/>
          </a:xfrm>
          <a:prstGeom prst="rect">
            <a:avLst/>
          </a:prstGeom>
        </p:spPr>
      </p:pic>
    </p:spTree>
    <p:extLst>
      <p:ext uri="{BB962C8B-B14F-4D97-AF65-F5344CB8AC3E}">
        <p14:creationId xmlns:p14="http://schemas.microsoft.com/office/powerpoint/2010/main" val="1987522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DF7F-77FF-A8FF-589A-9543FB168C75}"/>
              </a:ext>
            </a:extLst>
          </p:cNvPr>
          <p:cNvSpPr>
            <a:spLocks noGrp="1"/>
          </p:cNvSpPr>
          <p:nvPr>
            <p:ph type="title"/>
          </p:nvPr>
        </p:nvSpPr>
        <p:spPr/>
        <p:txBody>
          <a:bodyPr/>
          <a:lstStyle/>
          <a:p>
            <a:pPr algn="ctr"/>
            <a:r>
              <a:rPr lang="en-US" b="1" dirty="0">
                <a:solidFill>
                  <a:srgbClr val="FF0000"/>
                </a:solidFill>
              </a:rPr>
              <a:t>JOB ROLE AND DEPARTMENT ANALYSIS</a:t>
            </a:r>
            <a:endParaRPr lang="en-IN" b="1" dirty="0">
              <a:solidFill>
                <a:srgbClr val="FF0000"/>
              </a:solidFill>
            </a:endParaRPr>
          </a:p>
        </p:txBody>
      </p:sp>
      <p:sp>
        <p:nvSpPr>
          <p:cNvPr id="3" name="Text Placeholder 2">
            <a:extLst>
              <a:ext uri="{FF2B5EF4-FFF2-40B4-BE49-F238E27FC236}">
                <a16:creationId xmlns:a16="http://schemas.microsoft.com/office/drawing/2014/main" id="{A5349733-8FEC-F31E-DC86-A5CB93B9BE49}"/>
              </a:ext>
            </a:extLst>
          </p:cNvPr>
          <p:cNvSpPr>
            <a:spLocks noGrp="1"/>
          </p:cNvSpPr>
          <p:nvPr>
            <p:ph type="body" idx="1"/>
          </p:nvPr>
        </p:nvSpPr>
        <p:spPr/>
        <p:txBody>
          <a:bodyPr/>
          <a:lstStyle/>
          <a:p>
            <a:r>
              <a:rPr lang="en-US" dirty="0"/>
              <a:t>What is the average salary  per department?</a:t>
            </a:r>
            <a:endParaRPr lang="en-IN" dirty="0"/>
          </a:p>
        </p:txBody>
      </p:sp>
      <p:pic>
        <p:nvPicPr>
          <p:cNvPr id="5" name="Picture 4">
            <a:extLst>
              <a:ext uri="{FF2B5EF4-FFF2-40B4-BE49-F238E27FC236}">
                <a16:creationId xmlns:a16="http://schemas.microsoft.com/office/drawing/2014/main" id="{620A3FF3-D6D5-5184-E5D7-A8B37A529C57}"/>
              </a:ext>
            </a:extLst>
          </p:cNvPr>
          <p:cNvPicPr>
            <a:picLocks noChangeAspect="1"/>
          </p:cNvPicPr>
          <p:nvPr/>
        </p:nvPicPr>
        <p:blipFill>
          <a:blip r:embed="rId2"/>
          <a:stretch>
            <a:fillRect/>
          </a:stretch>
        </p:blipFill>
        <p:spPr>
          <a:xfrm>
            <a:off x="2523243" y="2733729"/>
            <a:ext cx="4412362" cy="3558848"/>
          </a:xfrm>
          <a:prstGeom prst="rect">
            <a:avLst/>
          </a:prstGeom>
        </p:spPr>
      </p:pic>
    </p:spTree>
    <p:extLst>
      <p:ext uri="{BB962C8B-B14F-4D97-AF65-F5344CB8AC3E}">
        <p14:creationId xmlns:p14="http://schemas.microsoft.com/office/powerpoint/2010/main" val="1375200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20AC68-7880-0C1A-6176-146DDF572082}"/>
              </a:ext>
            </a:extLst>
          </p:cNvPr>
          <p:cNvSpPr>
            <a:spLocks noGrp="1"/>
          </p:cNvSpPr>
          <p:nvPr>
            <p:ph type="body" idx="4294967295"/>
          </p:nvPr>
        </p:nvSpPr>
        <p:spPr>
          <a:xfrm>
            <a:off x="743578" y="1825625"/>
            <a:ext cx="9772022" cy="4351338"/>
          </a:xfrm>
        </p:spPr>
        <p:txBody>
          <a:bodyPr/>
          <a:lstStyle/>
          <a:p>
            <a:r>
              <a:rPr lang="en-US" dirty="0"/>
              <a:t>Which job roles offer the highest salary?</a:t>
            </a:r>
            <a:endParaRPr lang="en-IN" dirty="0"/>
          </a:p>
        </p:txBody>
      </p:sp>
      <p:pic>
        <p:nvPicPr>
          <p:cNvPr id="5" name="Picture 4">
            <a:extLst>
              <a:ext uri="{FF2B5EF4-FFF2-40B4-BE49-F238E27FC236}">
                <a16:creationId xmlns:a16="http://schemas.microsoft.com/office/drawing/2014/main" id="{EBF7E3A4-C59D-648A-DC52-FC38365F0CF6}"/>
              </a:ext>
            </a:extLst>
          </p:cNvPr>
          <p:cNvPicPr>
            <a:picLocks noChangeAspect="1"/>
          </p:cNvPicPr>
          <p:nvPr/>
        </p:nvPicPr>
        <p:blipFill>
          <a:blip r:embed="rId2"/>
          <a:stretch>
            <a:fillRect/>
          </a:stretch>
        </p:blipFill>
        <p:spPr>
          <a:xfrm>
            <a:off x="2865159" y="3073579"/>
            <a:ext cx="3909399" cy="2941575"/>
          </a:xfrm>
          <a:prstGeom prst="rect">
            <a:avLst/>
          </a:prstGeom>
        </p:spPr>
      </p:pic>
    </p:spTree>
    <p:extLst>
      <p:ext uri="{BB962C8B-B14F-4D97-AF65-F5344CB8AC3E}">
        <p14:creationId xmlns:p14="http://schemas.microsoft.com/office/powerpoint/2010/main" val="311477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EBE5-5E31-64BE-685D-EC86CC3A8CDF}"/>
              </a:ext>
            </a:extLst>
          </p:cNvPr>
          <p:cNvSpPr>
            <a:spLocks noGrp="1"/>
          </p:cNvSpPr>
          <p:nvPr>
            <p:ph type="title"/>
          </p:nvPr>
        </p:nvSpPr>
        <p:spPr/>
        <p:txBody>
          <a:bodyPr/>
          <a:lstStyle/>
          <a:p>
            <a:pPr algn="ctr"/>
            <a:r>
              <a:rPr lang="en-IN" dirty="0"/>
              <a:t> </a:t>
            </a:r>
            <a:r>
              <a:rPr lang="en-IN" b="1" dirty="0">
                <a:solidFill>
                  <a:srgbClr val="FF0000"/>
                </a:solidFill>
              </a:rPr>
              <a:t>QUALIFICATION AND SKILLS ANALYSIS</a:t>
            </a:r>
          </a:p>
        </p:txBody>
      </p:sp>
      <p:sp>
        <p:nvSpPr>
          <p:cNvPr id="3" name="Text Placeholder 2">
            <a:extLst>
              <a:ext uri="{FF2B5EF4-FFF2-40B4-BE49-F238E27FC236}">
                <a16:creationId xmlns:a16="http://schemas.microsoft.com/office/drawing/2014/main" id="{F59C8ED2-ACD0-E8B8-3CF5-95E7EA1C1B2A}"/>
              </a:ext>
            </a:extLst>
          </p:cNvPr>
          <p:cNvSpPr>
            <a:spLocks noGrp="1"/>
          </p:cNvSpPr>
          <p:nvPr>
            <p:ph type="body" idx="1"/>
          </p:nvPr>
        </p:nvSpPr>
        <p:spPr/>
        <p:txBody>
          <a:bodyPr/>
          <a:lstStyle/>
          <a:p>
            <a:r>
              <a:rPr lang="en-US" dirty="0"/>
              <a:t>How many employees have at least one qualification listed?</a:t>
            </a:r>
            <a:endParaRPr lang="en-IN" dirty="0"/>
          </a:p>
        </p:txBody>
      </p:sp>
      <p:pic>
        <p:nvPicPr>
          <p:cNvPr id="5" name="Picture 4">
            <a:extLst>
              <a:ext uri="{FF2B5EF4-FFF2-40B4-BE49-F238E27FC236}">
                <a16:creationId xmlns:a16="http://schemas.microsoft.com/office/drawing/2014/main" id="{899DBE93-10F3-B0B2-A5FA-985754D1D620}"/>
              </a:ext>
            </a:extLst>
          </p:cNvPr>
          <p:cNvPicPr>
            <a:picLocks noChangeAspect="1"/>
          </p:cNvPicPr>
          <p:nvPr/>
        </p:nvPicPr>
        <p:blipFill>
          <a:blip r:embed="rId2"/>
          <a:stretch>
            <a:fillRect/>
          </a:stretch>
        </p:blipFill>
        <p:spPr>
          <a:xfrm>
            <a:off x="2398177" y="2773993"/>
            <a:ext cx="4541914" cy="3718882"/>
          </a:xfrm>
          <a:prstGeom prst="rect">
            <a:avLst/>
          </a:prstGeom>
        </p:spPr>
      </p:pic>
    </p:spTree>
    <p:extLst>
      <p:ext uri="{BB962C8B-B14F-4D97-AF65-F5344CB8AC3E}">
        <p14:creationId xmlns:p14="http://schemas.microsoft.com/office/powerpoint/2010/main" val="3452353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469C92F-090F-B2DF-077C-B36E01EDEC1C}"/>
              </a:ext>
            </a:extLst>
          </p:cNvPr>
          <p:cNvSpPr>
            <a:spLocks noGrp="1"/>
          </p:cNvSpPr>
          <p:nvPr>
            <p:ph type="body" idx="4294967295"/>
          </p:nvPr>
        </p:nvSpPr>
        <p:spPr>
          <a:xfrm>
            <a:off x="803868" y="1825625"/>
            <a:ext cx="9711732" cy="4351338"/>
          </a:xfrm>
        </p:spPr>
        <p:txBody>
          <a:bodyPr/>
          <a:lstStyle/>
          <a:p>
            <a:r>
              <a:rPr lang="en-US" dirty="0"/>
              <a:t>Which positions require the most qualifications?</a:t>
            </a:r>
            <a:endParaRPr lang="en-IN" dirty="0"/>
          </a:p>
        </p:txBody>
      </p:sp>
      <p:pic>
        <p:nvPicPr>
          <p:cNvPr id="5" name="Picture 4">
            <a:extLst>
              <a:ext uri="{FF2B5EF4-FFF2-40B4-BE49-F238E27FC236}">
                <a16:creationId xmlns:a16="http://schemas.microsoft.com/office/drawing/2014/main" id="{EF9B8CB3-1740-C004-3645-AF2642634A74}"/>
              </a:ext>
            </a:extLst>
          </p:cNvPr>
          <p:cNvPicPr>
            <a:picLocks noChangeAspect="1"/>
          </p:cNvPicPr>
          <p:nvPr/>
        </p:nvPicPr>
        <p:blipFill>
          <a:blip r:embed="rId2"/>
          <a:stretch>
            <a:fillRect/>
          </a:stretch>
        </p:blipFill>
        <p:spPr>
          <a:xfrm>
            <a:off x="2789355" y="3107453"/>
            <a:ext cx="4442845" cy="3292125"/>
          </a:xfrm>
          <a:prstGeom prst="rect">
            <a:avLst/>
          </a:prstGeom>
        </p:spPr>
      </p:pic>
    </p:spTree>
    <p:extLst>
      <p:ext uri="{BB962C8B-B14F-4D97-AF65-F5344CB8AC3E}">
        <p14:creationId xmlns:p14="http://schemas.microsoft.com/office/powerpoint/2010/main" val="4196884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48B65AB-E584-B83D-586D-C999BD50D8F1}"/>
              </a:ext>
            </a:extLst>
          </p:cNvPr>
          <p:cNvSpPr>
            <a:spLocks noGrp="1"/>
          </p:cNvSpPr>
          <p:nvPr>
            <p:ph type="body" idx="4294967295"/>
          </p:nvPr>
        </p:nvSpPr>
        <p:spPr>
          <a:xfrm>
            <a:off x="331596" y="1865819"/>
            <a:ext cx="9600361" cy="4351338"/>
          </a:xfrm>
        </p:spPr>
        <p:txBody>
          <a:bodyPr/>
          <a:lstStyle/>
          <a:p>
            <a:r>
              <a:rPr lang="en-US" dirty="0"/>
              <a:t>Which employees have the highest number of qualifications?</a:t>
            </a:r>
            <a:endParaRPr lang="en-IN" dirty="0"/>
          </a:p>
        </p:txBody>
      </p:sp>
      <p:pic>
        <p:nvPicPr>
          <p:cNvPr id="5" name="Picture 4">
            <a:extLst>
              <a:ext uri="{FF2B5EF4-FFF2-40B4-BE49-F238E27FC236}">
                <a16:creationId xmlns:a16="http://schemas.microsoft.com/office/drawing/2014/main" id="{E002362E-784B-F8E6-5781-260304F37C0B}"/>
              </a:ext>
            </a:extLst>
          </p:cNvPr>
          <p:cNvPicPr>
            <a:picLocks noChangeAspect="1"/>
          </p:cNvPicPr>
          <p:nvPr/>
        </p:nvPicPr>
        <p:blipFill>
          <a:blip r:embed="rId2"/>
          <a:stretch>
            <a:fillRect/>
          </a:stretch>
        </p:blipFill>
        <p:spPr>
          <a:xfrm>
            <a:off x="2726026" y="2736525"/>
            <a:ext cx="4991533" cy="3917019"/>
          </a:xfrm>
          <a:prstGeom prst="rect">
            <a:avLst/>
          </a:prstGeom>
        </p:spPr>
      </p:pic>
    </p:spTree>
    <p:extLst>
      <p:ext uri="{BB962C8B-B14F-4D97-AF65-F5344CB8AC3E}">
        <p14:creationId xmlns:p14="http://schemas.microsoft.com/office/powerpoint/2010/main" val="3863805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EE5C-4588-98A5-4414-5538A9852A49}"/>
              </a:ext>
            </a:extLst>
          </p:cNvPr>
          <p:cNvSpPr>
            <a:spLocks noGrp="1"/>
          </p:cNvSpPr>
          <p:nvPr>
            <p:ph type="title"/>
          </p:nvPr>
        </p:nvSpPr>
        <p:spPr/>
        <p:txBody>
          <a:bodyPr/>
          <a:lstStyle/>
          <a:p>
            <a:pPr algn="ctr"/>
            <a:r>
              <a:rPr lang="en-IN" b="1" dirty="0">
                <a:solidFill>
                  <a:srgbClr val="FF0000"/>
                </a:solidFill>
              </a:rPr>
              <a:t>LEAVE AND ABSENCE PATTERNS</a:t>
            </a:r>
          </a:p>
        </p:txBody>
      </p:sp>
      <p:sp>
        <p:nvSpPr>
          <p:cNvPr id="3" name="Text Placeholder 2">
            <a:extLst>
              <a:ext uri="{FF2B5EF4-FFF2-40B4-BE49-F238E27FC236}">
                <a16:creationId xmlns:a16="http://schemas.microsoft.com/office/drawing/2014/main" id="{81BE7D62-785C-E4F1-5397-EB45CC766A2B}"/>
              </a:ext>
            </a:extLst>
          </p:cNvPr>
          <p:cNvSpPr>
            <a:spLocks noGrp="1"/>
          </p:cNvSpPr>
          <p:nvPr>
            <p:ph type="body" idx="1"/>
          </p:nvPr>
        </p:nvSpPr>
        <p:spPr/>
        <p:txBody>
          <a:bodyPr/>
          <a:lstStyle/>
          <a:p>
            <a:r>
              <a:rPr lang="en-US" dirty="0"/>
              <a:t>What is the average number of leave days taken by its employees per department?</a:t>
            </a:r>
            <a:endParaRPr lang="en-IN" dirty="0"/>
          </a:p>
        </p:txBody>
      </p:sp>
      <p:pic>
        <p:nvPicPr>
          <p:cNvPr id="5" name="Picture 4">
            <a:extLst>
              <a:ext uri="{FF2B5EF4-FFF2-40B4-BE49-F238E27FC236}">
                <a16:creationId xmlns:a16="http://schemas.microsoft.com/office/drawing/2014/main" id="{58399BCF-EFCE-AD5E-F58B-AA6FA591529C}"/>
              </a:ext>
            </a:extLst>
          </p:cNvPr>
          <p:cNvPicPr>
            <a:picLocks noChangeAspect="1"/>
          </p:cNvPicPr>
          <p:nvPr/>
        </p:nvPicPr>
        <p:blipFill>
          <a:blip r:embed="rId2"/>
          <a:stretch>
            <a:fillRect/>
          </a:stretch>
        </p:blipFill>
        <p:spPr>
          <a:xfrm>
            <a:off x="2800675" y="2780948"/>
            <a:ext cx="6027942" cy="3711928"/>
          </a:xfrm>
          <a:prstGeom prst="rect">
            <a:avLst/>
          </a:prstGeom>
        </p:spPr>
      </p:pic>
    </p:spTree>
    <p:extLst>
      <p:ext uri="{BB962C8B-B14F-4D97-AF65-F5344CB8AC3E}">
        <p14:creationId xmlns:p14="http://schemas.microsoft.com/office/powerpoint/2010/main" val="2801028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3A5F8D-BF90-2BC0-1C7A-CC8F9BB41B2F}"/>
              </a:ext>
            </a:extLst>
          </p:cNvPr>
          <p:cNvSpPr>
            <a:spLocks noGrp="1"/>
          </p:cNvSpPr>
          <p:nvPr>
            <p:ph type="body" idx="4294967295"/>
          </p:nvPr>
        </p:nvSpPr>
        <p:spPr>
          <a:xfrm>
            <a:off x="813916" y="1825625"/>
            <a:ext cx="9701684" cy="4351338"/>
          </a:xfrm>
        </p:spPr>
        <p:txBody>
          <a:bodyPr/>
          <a:lstStyle/>
          <a:p>
            <a:r>
              <a:rPr lang="en-US" dirty="0"/>
              <a:t>How do leave days correlate with payroll amounts?</a:t>
            </a:r>
            <a:endParaRPr lang="en-IN" dirty="0"/>
          </a:p>
        </p:txBody>
      </p:sp>
      <p:pic>
        <p:nvPicPr>
          <p:cNvPr id="5" name="Picture 4">
            <a:extLst>
              <a:ext uri="{FF2B5EF4-FFF2-40B4-BE49-F238E27FC236}">
                <a16:creationId xmlns:a16="http://schemas.microsoft.com/office/drawing/2014/main" id="{853901CB-0841-1EA7-6D09-93F07DD27112}"/>
              </a:ext>
            </a:extLst>
          </p:cNvPr>
          <p:cNvPicPr>
            <a:picLocks noChangeAspect="1"/>
          </p:cNvPicPr>
          <p:nvPr/>
        </p:nvPicPr>
        <p:blipFill>
          <a:blip r:embed="rId2"/>
          <a:stretch>
            <a:fillRect/>
          </a:stretch>
        </p:blipFill>
        <p:spPr>
          <a:xfrm>
            <a:off x="2800578" y="2560230"/>
            <a:ext cx="5364945" cy="4008467"/>
          </a:xfrm>
          <a:prstGeom prst="rect">
            <a:avLst/>
          </a:prstGeom>
        </p:spPr>
      </p:pic>
    </p:spTree>
    <p:extLst>
      <p:ext uri="{BB962C8B-B14F-4D97-AF65-F5344CB8AC3E}">
        <p14:creationId xmlns:p14="http://schemas.microsoft.com/office/powerpoint/2010/main" val="654605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630D7-6D88-C3EF-F0A7-F0F2FDE00CD0}"/>
              </a:ext>
            </a:extLst>
          </p:cNvPr>
          <p:cNvSpPr>
            <a:spLocks noGrp="1"/>
          </p:cNvSpPr>
          <p:nvPr>
            <p:ph type="title"/>
          </p:nvPr>
        </p:nvSpPr>
        <p:spPr/>
        <p:txBody>
          <a:bodyPr/>
          <a:lstStyle/>
          <a:p>
            <a:pPr algn="ctr"/>
            <a:r>
              <a:rPr lang="en-IN" dirty="0"/>
              <a:t> </a:t>
            </a:r>
            <a:r>
              <a:rPr lang="en-IN" b="1" dirty="0">
                <a:solidFill>
                  <a:srgbClr val="FF0000"/>
                </a:solidFill>
              </a:rPr>
              <a:t>PAYROLL AND COMPENSATION ANALYSIS</a:t>
            </a:r>
          </a:p>
        </p:txBody>
      </p:sp>
      <p:sp>
        <p:nvSpPr>
          <p:cNvPr id="3" name="Text Placeholder 2">
            <a:extLst>
              <a:ext uri="{FF2B5EF4-FFF2-40B4-BE49-F238E27FC236}">
                <a16:creationId xmlns:a16="http://schemas.microsoft.com/office/drawing/2014/main" id="{934EBD08-064F-D028-DA61-E25AEEE194EF}"/>
              </a:ext>
            </a:extLst>
          </p:cNvPr>
          <p:cNvSpPr>
            <a:spLocks noGrp="1"/>
          </p:cNvSpPr>
          <p:nvPr>
            <p:ph type="body" idx="1"/>
          </p:nvPr>
        </p:nvSpPr>
        <p:spPr/>
        <p:txBody>
          <a:bodyPr/>
          <a:lstStyle/>
          <a:p>
            <a:r>
              <a:rPr lang="en-US" dirty="0"/>
              <a:t>What is the average bonus given per department?</a:t>
            </a:r>
            <a:endParaRPr lang="en-IN" dirty="0"/>
          </a:p>
        </p:txBody>
      </p:sp>
      <p:pic>
        <p:nvPicPr>
          <p:cNvPr id="5" name="Picture 4">
            <a:extLst>
              <a:ext uri="{FF2B5EF4-FFF2-40B4-BE49-F238E27FC236}">
                <a16:creationId xmlns:a16="http://schemas.microsoft.com/office/drawing/2014/main" id="{CA7078FB-BC72-4A7E-E1BF-A8830546AB7E}"/>
              </a:ext>
            </a:extLst>
          </p:cNvPr>
          <p:cNvPicPr>
            <a:picLocks noChangeAspect="1"/>
          </p:cNvPicPr>
          <p:nvPr/>
        </p:nvPicPr>
        <p:blipFill>
          <a:blip r:embed="rId2"/>
          <a:stretch>
            <a:fillRect/>
          </a:stretch>
        </p:blipFill>
        <p:spPr>
          <a:xfrm>
            <a:off x="3321548" y="3311331"/>
            <a:ext cx="4282811" cy="3330229"/>
          </a:xfrm>
          <a:prstGeom prst="rect">
            <a:avLst/>
          </a:prstGeom>
        </p:spPr>
      </p:pic>
    </p:spTree>
    <p:extLst>
      <p:ext uri="{BB962C8B-B14F-4D97-AF65-F5344CB8AC3E}">
        <p14:creationId xmlns:p14="http://schemas.microsoft.com/office/powerpoint/2010/main" val="51215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B48287-E5F0-71CD-AC6D-6E644A0CC4A9}"/>
              </a:ext>
            </a:extLst>
          </p:cNvPr>
          <p:cNvSpPr>
            <a:spLocks noGrp="1"/>
          </p:cNvSpPr>
          <p:nvPr>
            <p:ph type="body" idx="4294967295"/>
          </p:nvPr>
        </p:nvSpPr>
        <p:spPr>
          <a:xfrm>
            <a:off x="813916" y="1825625"/>
            <a:ext cx="9701684" cy="4351338"/>
          </a:xfrm>
        </p:spPr>
        <p:txBody>
          <a:bodyPr/>
          <a:lstStyle/>
          <a:p>
            <a:r>
              <a:rPr lang="en-US" dirty="0"/>
              <a:t>Which department receives the highest total bonuses?</a:t>
            </a:r>
            <a:endParaRPr lang="en-IN" dirty="0"/>
          </a:p>
        </p:txBody>
      </p:sp>
      <p:pic>
        <p:nvPicPr>
          <p:cNvPr id="5" name="Picture 4">
            <a:extLst>
              <a:ext uri="{FF2B5EF4-FFF2-40B4-BE49-F238E27FC236}">
                <a16:creationId xmlns:a16="http://schemas.microsoft.com/office/drawing/2014/main" id="{04E3C4A0-B83B-4663-04C9-4D320D5F3599}"/>
              </a:ext>
            </a:extLst>
          </p:cNvPr>
          <p:cNvPicPr>
            <a:picLocks noChangeAspect="1"/>
          </p:cNvPicPr>
          <p:nvPr/>
        </p:nvPicPr>
        <p:blipFill>
          <a:blip r:embed="rId2"/>
          <a:stretch>
            <a:fillRect/>
          </a:stretch>
        </p:blipFill>
        <p:spPr>
          <a:xfrm>
            <a:off x="3109488" y="3118843"/>
            <a:ext cx="4244708" cy="3193057"/>
          </a:xfrm>
          <a:prstGeom prst="rect">
            <a:avLst/>
          </a:prstGeom>
        </p:spPr>
      </p:pic>
    </p:spTree>
    <p:extLst>
      <p:ext uri="{BB962C8B-B14F-4D97-AF65-F5344CB8AC3E}">
        <p14:creationId xmlns:p14="http://schemas.microsoft.com/office/powerpoint/2010/main" val="3652839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7DBDC1-B20D-8544-137F-190AB0F3EBBF}"/>
              </a:ext>
            </a:extLst>
          </p:cNvPr>
          <p:cNvSpPr>
            <a:spLocks noGrp="1"/>
          </p:cNvSpPr>
          <p:nvPr>
            <p:ph type="body" idx="4294967295"/>
          </p:nvPr>
        </p:nvSpPr>
        <p:spPr>
          <a:xfrm>
            <a:off x="673240" y="1825625"/>
            <a:ext cx="9842360" cy="4351338"/>
          </a:xfrm>
        </p:spPr>
        <p:txBody>
          <a:bodyPr/>
          <a:lstStyle/>
          <a:p>
            <a:r>
              <a:rPr lang="en-US" dirty="0"/>
              <a:t>What is the average value of total amount after considering leave deductions?</a:t>
            </a:r>
            <a:endParaRPr lang="en-IN" dirty="0"/>
          </a:p>
        </p:txBody>
      </p:sp>
      <p:pic>
        <p:nvPicPr>
          <p:cNvPr id="5" name="Picture 4">
            <a:extLst>
              <a:ext uri="{FF2B5EF4-FFF2-40B4-BE49-F238E27FC236}">
                <a16:creationId xmlns:a16="http://schemas.microsoft.com/office/drawing/2014/main" id="{4A1739A8-96CD-3D52-F4AE-79F789F9B831}"/>
              </a:ext>
            </a:extLst>
          </p:cNvPr>
          <p:cNvPicPr>
            <a:picLocks noChangeAspect="1"/>
          </p:cNvPicPr>
          <p:nvPr/>
        </p:nvPicPr>
        <p:blipFill>
          <a:blip r:embed="rId2"/>
          <a:stretch>
            <a:fillRect/>
          </a:stretch>
        </p:blipFill>
        <p:spPr>
          <a:xfrm>
            <a:off x="2523806" y="3024817"/>
            <a:ext cx="5898391" cy="3581710"/>
          </a:xfrm>
          <a:prstGeom prst="rect">
            <a:avLst/>
          </a:prstGeom>
        </p:spPr>
      </p:pic>
    </p:spTree>
    <p:extLst>
      <p:ext uri="{BB962C8B-B14F-4D97-AF65-F5344CB8AC3E}">
        <p14:creationId xmlns:p14="http://schemas.microsoft.com/office/powerpoint/2010/main" val="1049487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8A3B7-19E5-4AC1-1168-14F4817F4655}"/>
              </a:ext>
            </a:extLst>
          </p:cNvPr>
          <p:cNvSpPr>
            <a:spLocks noGrp="1"/>
          </p:cNvSpPr>
          <p:nvPr>
            <p:ph type="title"/>
          </p:nvPr>
        </p:nvSpPr>
        <p:spPr/>
        <p:txBody>
          <a:bodyPr/>
          <a:lstStyle/>
          <a:p>
            <a:pPr algn="ctr"/>
            <a:r>
              <a:rPr lang="en-IN" b="1" dirty="0">
                <a:solidFill>
                  <a:srgbClr val="FF0000"/>
                </a:solidFill>
              </a:rPr>
              <a:t>FINAL INSIGHTS</a:t>
            </a:r>
          </a:p>
        </p:txBody>
      </p:sp>
      <p:sp>
        <p:nvSpPr>
          <p:cNvPr id="3" name="Text Placeholder 2">
            <a:extLst>
              <a:ext uri="{FF2B5EF4-FFF2-40B4-BE49-F238E27FC236}">
                <a16:creationId xmlns:a16="http://schemas.microsoft.com/office/drawing/2014/main" id="{670BDD68-4589-2721-F727-B1B5EBC9DC08}"/>
              </a:ext>
            </a:extLst>
          </p:cNvPr>
          <p:cNvSpPr>
            <a:spLocks noGrp="1"/>
          </p:cNvSpPr>
          <p:nvPr>
            <p:ph type="body" idx="1"/>
          </p:nvPr>
        </p:nvSpPr>
        <p:spPr/>
        <p:txBody>
          <a:bodyPr>
            <a:normAutofit fontScale="92500" lnSpcReduction="10000"/>
          </a:bodyPr>
          <a:lstStyle/>
          <a:p>
            <a:pPr marL="114300" indent="0">
              <a:buNone/>
            </a:pPr>
            <a:r>
              <a:rPr lang="en-US" dirty="0"/>
              <a:t>The relational database design ensured structured storage of employee, payroll, leave, and department data with strong referential integrity.</a:t>
            </a:r>
          </a:p>
          <a:p>
            <a:r>
              <a:rPr lang="en-US" dirty="0"/>
              <a:t>Department-wise analysis revealed variations in employee distribution and salary allocation across different job roles.</a:t>
            </a:r>
          </a:p>
          <a:p>
            <a:r>
              <a:rPr lang="en-US" dirty="0"/>
              <a:t>Payroll analysis highlighted total company salary expenditure and identified highest-paid roles and employees.</a:t>
            </a:r>
          </a:p>
          <a:p>
            <a:r>
              <a:rPr lang="en-US" dirty="0"/>
              <a:t>Leave pattern analysis showed how employee absences can impact payroll calculations and overall compensation trends.</a:t>
            </a:r>
          </a:p>
          <a:p>
            <a:r>
              <a:rPr lang="en-US" dirty="0"/>
              <a:t>Qualification tracking provided insights into skill distribution and helped identify roles requiring higher expertise.</a:t>
            </a:r>
          </a:p>
          <a:p>
            <a:r>
              <a:rPr lang="en-US" dirty="0"/>
              <a:t>Identified highest and  average bonus </a:t>
            </a:r>
          </a:p>
          <a:p>
            <a:endParaRPr lang="en-IN" dirty="0"/>
          </a:p>
        </p:txBody>
      </p:sp>
    </p:spTree>
    <p:extLst>
      <p:ext uri="{BB962C8B-B14F-4D97-AF65-F5344CB8AC3E}">
        <p14:creationId xmlns:p14="http://schemas.microsoft.com/office/powerpoint/2010/main" val="4093895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B8B9C-82AE-0C14-3591-EBFB68F6A72A}"/>
              </a:ext>
            </a:extLst>
          </p:cNvPr>
          <p:cNvSpPr>
            <a:spLocks noGrp="1"/>
          </p:cNvSpPr>
          <p:nvPr>
            <p:ph type="title"/>
          </p:nvPr>
        </p:nvSpPr>
        <p:spPr/>
        <p:txBody>
          <a:bodyPr/>
          <a:lstStyle/>
          <a:p>
            <a:pPr algn="ctr"/>
            <a:r>
              <a:rPr lang="en-IN" b="1" dirty="0">
                <a:solidFill>
                  <a:srgbClr val="FF0000"/>
                </a:solidFill>
              </a:rPr>
              <a:t>RECOMMENDATION</a:t>
            </a:r>
          </a:p>
        </p:txBody>
      </p:sp>
      <p:sp>
        <p:nvSpPr>
          <p:cNvPr id="6" name="Rectangle 2">
            <a:extLst>
              <a:ext uri="{FF2B5EF4-FFF2-40B4-BE49-F238E27FC236}">
                <a16:creationId xmlns:a16="http://schemas.microsoft.com/office/drawing/2014/main" id="{933073B2-7A4D-7860-0770-C56DA24F1545}"/>
              </a:ext>
            </a:extLst>
          </p:cNvPr>
          <p:cNvSpPr>
            <a:spLocks noGrp="1" noChangeArrowheads="1"/>
          </p:cNvSpPr>
          <p:nvPr>
            <p:ph type="body" idx="1"/>
          </p:nvPr>
        </p:nvSpPr>
        <p:spPr bwMode="auto">
          <a:xfrm>
            <a:off x="687475" y="1690688"/>
            <a:ext cx="1003411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Use a centralized SQL database for structured data management.</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Apply SQL queries and JOINs to generate meaningful insights.</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Monitor payroll and leave trends for better cost control.</a:t>
            </a:r>
            <a:endParaRPr lang="en-US" altLang="en-US" sz="1800" dirty="0">
              <a:solidFill>
                <a:schemeClr val="tx1"/>
              </a:solidFill>
              <a:latin typeface="Arial" panose="020B0604020202020204" pitchFamily="34" charset="0"/>
            </a:endParaRP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Automate employee reports for faster decision-making.</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Ensure data integrity through proper database design.</a:t>
            </a:r>
          </a:p>
        </p:txBody>
      </p:sp>
    </p:spTree>
    <p:extLst>
      <p:ext uri="{BB962C8B-B14F-4D97-AF65-F5344CB8AC3E}">
        <p14:creationId xmlns:p14="http://schemas.microsoft.com/office/powerpoint/2010/main" val="966357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0F142-4B00-1AAB-70FB-51621A1DC84D}"/>
              </a:ext>
            </a:extLst>
          </p:cNvPr>
          <p:cNvSpPr>
            <a:spLocks noGrp="1"/>
          </p:cNvSpPr>
          <p:nvPr>
            <p:ph type="title"/>
          </p:nvPr>
        </p:nvSpPr>
        <p:spPr/>
        <p:txBody>
          <a:bodyPr/>
          <a:lstStyle/>
          <a:p>
            <a:pPr algn="ctr"/>
            <a:r>
              <a:rPr lang="en-IN" b="1" dirty="0">
                <a:solidFill>
                  <a:srgbClr val="FF0000"/>
                </a:solidFill>
              </a:rPr>
              <a:t>CONCLUSION</a:t>
            </a:r>
          </a:p>
        </p:txBody>
      </p:sp>
      <p:sp>
        <p:nvSpPr>
          <p:cNvPr id="3" name="Text Placeholder 2">
            <a:extLst>
              <a:ext uri="{FF2B5EF4-FFF2-40B4-BE49-F238E27FC236}">
                <a16:creationId xmlns:a16="http://schemas.microsoft.com/office/drawing/2014/main" id="{B9601DF1-E5F8-2B7E-1ADE-6EDA894CFECE}"/>
              </a:ext>
            </a:extLst>
          </p:cNvPr>
          <p:cNvSpPr>
            <a:spLocks noGrp="1"/>
          </p:cNvSpPr>
          <p:nvPr>
            <p:ph type="body" idx="1"/>
          </p:nvPr>
        </p:nvSpPr>
        <p:spPr/>
        <p:txBody>
          <a:bodyPr/>
          <a:lstStyle/>
          <a:p>
            <a:r>
              <a:rPr lang="en-US" dirty="0"/>
              <a:t>The Employee Management System project successfully demonstrates to design and manage a structured relational database for handling employee, payroll, leave, and department data. By applying joins, constraints, and analytical queries, the project provides meaningful insights and supports efficient workforce and payroll management.</a:t>
            </a:r>
            <a:endParaRPr lang="en-IN" dirty="0"/>
          </a:p>
        </p:txBody>
      </p:sp>
    </p:spTree>
    <p:extLst>
      <p:ext uri="{BB962C8B-B14F-4D97-AF65-F5344CB8AC3E}">
        <p14:creationId xmlns:p14="http://schemas.microsoft.com/office/powerpoint/2010/main" val="179322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E34F6A7-9E7E-3AE4-2C03-D4D6783F60F6}"/>
              </a:ext>
            </a:extLst>
          </p:cNvPr>
          <p:cNvSpPr>
            <a:spLocks noGrp="1"/>
          </p:cNvSpPr>
          <p:nvPr>
            <p:ph type="body" idx="4294967295"/>
          </p:nvPr>
        </p:nvSpPr>
        <p:spPr>
          <a:xfrm>
            <a:off x="422031" y="1343304"/>
            <a:ext cx="10515600" cy="4351338"/>
          </a:xfrm>
        </p:spPr>
        <p:txBody>
          <a:bodyPr>
            <a:normAutofit/>
          </a:bodyPr>
          <a:lstStyle/>
          <a:p>
            <a:pPr marL="114300" indent="0">
              <a:buNone/>
            </a:pPr>
            <a:r>
              <a:rPr lang="en-IN" sz="9600" dirty="0"/>
              <a:t>            </a:t>
            </a:r>
          </a:p>
          <a:p>
            <a:pPr marL="114300" indent="0">
              <a:buNone/>
            </a:pPr>
            <a:r>
              <a:rPr lang="en-IN" sz="9600" dirty="0"/>
              <a:t>             </a:t>
            </a:r>
            <a:r>
              <a:rPr lang="en-IN" sz="9600" b="1" dirty="0">
                <a:solidFill>
                  <a:srgbClr val="FF0000"/>
                </a:solidFill>
              </a:rPr>
              <a:t>Q &amp;A </a:t>
            </a:r>
          </a:p>
        </p:txBody>
      </p:sp>
    </p:spTree>
    <p:extLst>
      <p:ext uri="{BB962C8B-B14F-4D97-AF65-F5344CB8AC3E}">
        <p14:creationId xmlns:p14="http://schemas.microsoft.com/office/powerpoint/2010/main" val="3493566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647</Words>
  <Application>Microsoft Office PowerPoint</Application>
  <PresentationFormat>Widescreen</PresentationFormat>
  <Paragraphs>81</Paragraphs>
  <Slides>24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Calibri</vt:lpstr>
      <vt:lpstr>Times New Roman</vt:lpstr>
      <vt:lpstr>Libre Baskerville</vt:lpstr>
      <vt:lpstr>Arial</vt:lpstr>
      <vt:lpstr>Office Theme</vt:lpstr>
      <vt:lpstr>PowerPoint Presentation</vt:lpstr>
      <vt:lpstr>Agenda </vt:lpstr>
      <vt:lpstr>INTRODUCTION</vt:lpstr>
      <vt:lpstr>BUSINESS PROBLEM</vt:lpstr>
      <vt:lpstr>OBJECTIVE</vt:lpstr>
      <vt:lpstr>ER DIAGRAM</vt:lpstr>
      <vt:lpstr>RELATION BETWEEN TABLES</vt:lpstr>
      <vt:lpstr> EMPLOYEE INSIGHTS</vt:lpstr>
      <vt:lpstr>PowerPoint Presentation</vt:lpstr>
      <vt:lpstr>JOB ROLE AND DEPARTMENT ANALYSIS</vt:lpstr>
      <vt:lpstr>PowerPoint Presentation</vt:lpstr>
      <vt:lpstr> QUALIFICATION AND SKILLS ANALYSIS</vt:lpstr>
      <vt:lpstr>PowerPoint Presentation</vt:lpstr>
      <vt:lpstr>PowerPoint Presentation</vt:lpstr>
      <vt:lpstr>LEAVE AND ABSENCE PATTERNS</vt:lpstr>
      <vt:lpstr>PowerPoint Presentation</vt:lpstr>
      <vt:lpstr> PAYROLL AND COMPENSATION ANALYSIS</vt:lpstr>
      <vt:lpstr>PowerPoint Presentation</vt:lpstr>
      <vt:lpstr>PowerPoint Presentation</vt:lpstr>
      <vt:lpstr>FINAL INSIGHTS</vt:lpstr>
      <vt:lpstr>RECOMMENDATION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Akshitha Manne</cp:lastModifiedBy>
  <cp:revision>2</cp:revision>
  <dcterms:created xsi:type="dcterms:W3CDTF">2021-02-16T05:19:01Z</dcterms:created>
  <dcterms:modified xsi:type="dcterms:W3CDTF">2026-02-13T08:32:14Z</dcterms:modified>
</cp:coreProperties>
</file>